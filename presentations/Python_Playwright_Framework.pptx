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0"/>
  </p:notesMasterIdLst>
  <p:handoutMasterIdLst>
    <p:handoutMasterId r:id="rId51"/>
  </p:handoutMasterIdLst>
  <p:sldIdLst>
    <p:sldId id="256" r:id="rId2"/>
    <p:sldId id="264" r:id="rId3"/>
    <p:sldId id="313" r:id="rId4"/>
    <p:sldId id="314" r:id="rId5"/>
    <p:sldId id="315" r:id="rId6"/>
    <p:sldId id="316" r:id="rId7"/>
    <p:sldId id="319" r:id="rId8"/>
    <p:sldId id="269" r:id="rId9"/>
    <p:sldId id="322" r:id="rId10"/>
    <p:sldId id="271" r:id="rId11"/>
    <p:sldId id="280" r:id="rId12"/>
    <p:sldId id="263" r:id="rId13"/>
    <p:sldId id="341" r:id="rId14"/>
    <p:sldId id="274" r:id="rId15"/>
    <p:sldId id="281" r:id="rId16"/>
    <p:sldId id="282" r:id="rId17"/>
    <p:sldId id="327" r:id="rId18"/>
    <p:sldId id="328" r:id="rId19"/>
    <p:sldId id="329" r:id="rId20"/>
    <p:sldId id="330" r:id="rId21"/>
    <p:sldId id="335" r:id="rId22"/>
    <p:sldId id="275" r:id="rId23"/>
    <p:sldId id="287" r:id="rId24"/>
    <p:sldId id="289" r:id="rId25"/>
    <p:sldId id="331" r:id="rId26"/>
    <p:sldId id="290" r:id="rId27"/>
    <p:sldId id="291" r:id="rId28"/>
    <p:sldId id="336" r:id="rId29"/>
    <p:sldId id="293" r:id="rId30"/>
    <p:sldId id="294" r:id="rId31"/>
    <p:sldId id="296" r:id="rId32"/>
    <p:sldId id="332" r:id="rId33"/>
    <p:sldId id="334" r:id="rId34"/>
    <p:sldId id="337" r:id="rId35"/>
    <p:sldId id="300" r:id="rId36"/>
    <p:sldId id="301" r:id="rId37"/>
    <p:sldId id="302" r:id="rId38"/>
    <p:sldId id="338" r:id="rId39"/>
    <p:sldId id="304" r:id="rId40"/>
    <p:sldId id="305" r:id="rId41"/>
    <p:sldId id="306" r:id="rId42"/>
    <p:sldId id="307" r:id="rId43"/>
    <p:sldId id="308" r:id="rId44"/>
    <p:sldId id="339" r:id="rId45"/>
    <p:sldId id="310" r:id="rId46"/>
    <p:sldId id="311" r:id="rId47"/>
    <p:sldId id="312" r:id="rId48"/>
    <p:sldId id="340" r:id="rId49"/>
  </p:sldIdLst>
  <p:sldSz cx="12192000" cy="6858000"/>
  <p:notesSz cx="6858000" cy="9144000"/>
  <p:embeddedFontLst>
    <p:embeddedFont>
      <p:font typeface="Onest SemiBold" panose="020B0604020202020204" charset="0"/>
      <p:regular r:id="rId52"/>
      <p:bold r:id="rId53"/>
    </p:embeddedFont>
    <p:embeddedFont>
      <p:font typeface="Wix Madefor Display" panose="020B0604020202020204" charset="-52"/>
      <p:regular r:id="rId54"/>
      <p:bold r:id="rId55"/>
    </p:embeddedFont>
    <p:embeddedFont>
      <p:font typeface="Verdana" panose="020B0604030504040204" pitchFamily="34" charset="0"/>
      <p:regular r:id="rId56"/>
      <p:bold r:id="rId57"/>
      <p:italic r:id="rId58"/>
      <p:boldItalic r:id="rId59"/>
    </p:embeddedFont>
    <p:embeddedFont>
      <p:font typeface="Calibri" panose="020F0502020204030204" pitchFamily="34" charset="0"/>
      <p:regular r:id="rId60"/>
      <p:bold r:id="rId61"/>
      <p:italic r:id="rId62"/>
      <p:boldItalic r:id="rId6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2" userDrawn="1">
          <p15:clr>
            <a:srgbClr val="A4A3A4"/>
          </p15:clr>
        </p15:guide>
        <p15:guide id="2" pos="529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0C0C"/>
    <a:srgbClr val="008ED6"/>
    <a:srgbClr val="5F5AA6"/>
    <a:srgbClr val="E6E6E6"/>
    <a:srgbClr val="FD9F78"/>
    <a:srgbClr val="AFB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09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187" y="62"/>
      </p:cViewPr>
      <p:guideLst>
        <p:guide orient="horz" pos="482"/>
        <p:guide pos="52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115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4.fntdata"/><Relationship Id="rId63" Type="http://schemas.openxmlformats.org/officeDocument/2006/relationships/font" Target="fonts/font1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10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8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62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775789-E854-4068-B6C7-73AA8522728D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5EFAE9-AC26-4C15-8D6C-743E705D3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7639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BY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91B344-11F3-B445-AEB6-F8D7296A1F22}" type="datetimeFigureOut">
              <a:rPr lang="ru-BY" smtClean="0"/>
              <a:t>12/16/2025</a:t>
            </a:fld>
            <a:endParaRPr lang="ru-BY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BY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BY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CF3824-914C-6149-B7C8-C84A035719D9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373056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BY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F3824-914C-6149-B7C8-C84A035719D9}" type="slidenum">
              <a:rPr lang="ru-BY" smtClean="0"/>
              <a:t>15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739470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39788" y="1898471"/>
            <a:ext cx="9828212" cy="1212206"/>
          </a:xfrm>
          <a:prstGeom prst="rect">
            <a:avLst/>
          </a:prstGeom>
        </p:spPr>
        <p:txBody>
          <a:bodyPr anchor="ctr"/>
          <a:lstStyle>
            <a:lvl1pPr algn="l">
              <a:defRPr sz="3200" b="1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ТЕМА В ОДНУ</a:t>
            </a:r>
            <a:br>
              <a:rPr lang="ru-RU" dirty="0"/>
            </a:br>
            <a:r>
              <a:rPr lang="ru-RU" dirty="0"/>
              <a:t>ИЛИ В ДВЕ СТРОКИ</a:t>
            </a: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1865"/>
            <a:ext cx="3556932" cy="746620"/>
          </a:xfrm>
          <a:prstGeom prst="rect">
            <a:avLst/>
          </a:prstGeom>
        </p:spPr>
      </p:pic>
      <p:sp>
        <p:nvSpPr>
          <p:cNvPr id="13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839788" y="4397374"/>
            <a:ext cx="4794250" cy="829485"/>
          </a:xfrm>
        </p:spPr>
        <p:txBody>
          <a:bodyPr anchor="ctr">
            <a:normAutofit/>
          </a:bodyPr>
          <a:lstStyle>
            <a:lvl1pPr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Имя и Фамилия спикера</a:t>
            </a:r>
          </a:p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839788" y="3109913"/>
            <a:ext cx="9002712" cy="9334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 err="1"/>
              <a:t>Подтема</a:t>
            </a:r>
            <a:r>
              <a:rPr lang="ru-RU" dirty="0"/>
              <a:t> в одну или в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269185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с фото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1865"/>
            <a:ext cx="3556932" cy="746620"/>
          </a:xfrm>
          <a:prstGeom prst="rect">
            <a:avLst/>
          </a:prstGeom>
        </p:spPr>
      </p:pic>
      <p:sp>
        <p:nvSpPr>
          <p:cNvPr id="13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2825343" y="4397374"/>
            <a:ext cx="4794250" cy="829485"/>
          </a:xfrm>
        </p:spPr>
        <p:txBody>
          <a:bodyPr anchor="ctr">
            <a:normAutofit/>
          </a:bodyPr>
          <a:lstStyle>
            <a:lvl1pPr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Имя и Фамилия спикера</a:t>
            </a:r>
          </a:p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6" name="Рисунок 731">
            <a:extLst>
              <a:ext uri="{FF2B5EF4-FFF2-40B4-BE49-F238E27FC236}">
                <a16:creationId xmlns:a16="http://schemas.microsoft.com/office/drawing/2014/main" id="{E55EF852-13B9-B740-322A-1A6C69CAE432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839788" y="4397374"/>
            <a:ext cx="1696514" cy="1697364"/>
          </a:xfrm>
          <a:solidFill>
            <a:schemeClr val="accent3"/>
          </a:solidFill>
        </p:spPr>
        <p:txBody>
          <a:bodyPr>
            <a:normAutofit/>
          </a:bodyPr>
          <a:lstStyle>
            <a:lvl1pPr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ru-RU" dirty="0"/>
              <a:t>Фото спикера</a:t>
            </a:r>
          </a:p>
        </p:txBody>
      </p:sp>
      <p:sp>
        <p:nvSpPr>
          <p:cNvPr id="7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39788" y="1898471"/>
            <a:ext cx="9828212" cy="1212206"/>
          </a:xfrm>
          <a:prstGeom prst="rect">
            <a:avLst/>
          </a:prstGeom>
        </p:spPr>
        <p:txBody>
          <a:bodyPr anchor="ctr"/>
          <a:lstStyle>
            <a:lvl1pPr algn="l">
              <a:defRPr sz="3200" b="1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ТЕМА В ОДНУ</a:t>
            </a:r>
            <a:br>
              <a:rPr lang="ru-RU" dirty="0"/>
            </a:br>
            <a:r>
              <a:rPr lang="ru-RU" dirty="0"/>
              <a:t>ИЛИ В ДВЕ СТРОКИ</a:t>
            </a:r>
          </a:p>
        </p:txBody>
      </p:sp>
      <p:sp>
        <p:nvSpPr>
          <p:cNvPr id="9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839788" y="3109913"/>
            <a:ext cx="9002712" cy="9334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 err="1"/>
              <a:t>Подтема</a:t>
            </a:r>
            <a:r>
              <a:rPr lang="ru-RU" dirty="0"/>
              <a:t> в одну или в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3385678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394792"/>
            <a:ext cx="10515600" cy="851303"/>
          </a:xfrm>
          <a:prstGeom prst="rect">
            <a:avLst/>
          </a:prstGeom>
        </p:spPr>
        <p:txBody>
          <a:bodyPr anchor="t"/>
          <a:lstStyle>
            <a:lvl1pPr>
              <a:defRPr sz="2800" b="0"/>
            </a:lvl1pPr>
          </a:lstStyle>
          <a:p>
            <a:r>
              <a:rPr lang="ru-RU" dirty="0"/>
              <a:t>Заголовок – идея в одну или две строки</a:t>
            </a:r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586753"/>
            <a:ext cx="10515600" cy="483151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800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ru-RU" dirty="0"/>
              <a:t>На всех слайдах используйте один и тот же шрифт. Для титульных слайдов:  заголовки – </a:t>
            </a:r>
            <a:r>
              <a:rPr lang="en-US" dirty="0" err="1"/>
              <a:t>Onest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ru-RU" dirty="0"/>
              <a:t> 32 пункта, подзаголовки – </a:t>
            </a:r>
            <a:r>
              <a:rPr lang="en-US" dirty="0" err="1"/>
              <a:t>Wix</a:t>
            </a:r>
            <a:r>
              <a:rPr lang="en-US" dirty="0"/>
              <a:t> </a:t>
            </a:r>
            <a:r>
              <a:rPr lang="en-US" dirty="0" err="1"/>
              <a:t>Madefor</a:t>
            </a:r>
            <a:r>
              <a:rPr lang="en-US" dirty="0"/>
              <a:t> Display</a:t>
            </a:r>
            <a:r>
              <a:rPr lang="ru-RU" dirty="0"/>
              <a:t> 20 пунктов, основной текст – </a:t>
            </a:r>
            <a:r>
              <a:rPr lang="en-US" dirty="0" err="1"/>
              <a:t>Wix</a:t>
            </a:r>
            <a:r>
              <a:rPr lang="en-US" dirty="0"/>
              <a:t> </a:t>
            </a:r>
            <a:r>
              <a:rPr lang="en-US" dirty="0" err="1"/>
              <a:t>Madefor</a:t>
            </a:r>
            <a:r>
              <a:rPr lang="en-US" dirty="0"/>
              <a:t> Display</a:t>
            </a:r>
            <a:r>
              <a:rPr lang="ru-RU" dirty="0"/>
              <a:t> 18 пунктов.  Для текстовых слайдов: заголовки – </a:t>
            </a:r>
            <a:r>
              <a:rPr lang="en-US" dirty="0" err="1"/>
              <a:t>Onest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ru-RU" dirty="0"/>
              <a:t> 28 пунктов, подзаголовки – </a:t>
            </a:r>
            <a:r>
              <a:rPr lang="en-US" dirty="0" err="1"/>
              <a:t>Wix</a:t>
            </a:r>
            <a:r>
              <a:rPr lang="en-US" dirty="0"/>
              <a:t> </a:t>
            </a:r>
            <a:r>
              <a:rPr lang="en-US" dirty="0" err="1"/>
              <a:t>Madefor</a:t>
            </a:r>
            <a:r>
              <a:rPr lang="en-US" dirty="0"/>
              <a:t> Display</a:t>
            </a:r>
            <a:r>
              <a:rPr lang="ru-RU" dirty="0"/>
              <a:t> 20 пунктов, основной текст – </a:t>
            </a:r>
            <a:r>
              <a:rPr lang="en-US" dirty="0" err="1"/>
              <a:t>Wix</a:t>
            </a:r>
            <a:r>
              <a:rPr lang="en-US" dirty="0"/>
              <a:t> </a:t>
            </a:r>
            <a:r>
              <a:rPr lang="en-US" dirty="0" err="1"/>
              <a:t>Madefor</a:t>
            </a:r>
            <a:r>
              <a:rPr lang="en-US" dirty="0"/>
              <a:t> Display</a:t>
            </a:r>
            <a:r>
              <a:rPr lang="ru-RU" dirty="0"/>
              <a:t> 18 пунктов. Если текст не помещается на слайд, не стоит уменьшать шрифт. Сделайте текст лаконичнее или разбейте слайд на два. Не используйте курсив и подчеркивание текста, это затрудняет чтение.</a:t>
            </a: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9" y="6586620"/>
            <a:ext cx="11352212" cy="27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310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ркированный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586753"/>
            <a:ext cx="10515600" cy="4831510"/>
          </a:xfrm>
        </p:spPr>
        <p:txBody>
          <a:bodyPr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§"/>
              <a:tabLst/>
              <a:defRPr sz="1800" baseline="0"/>
            </a:lvl1pPr>
          </a:lstStyle>
          <a:p>
            <a:pPr lvl="0"/>
            <a:r>
              <a:rPr lang="ru-RU" dirty="0"/>
              <a:t>Пункт 1</a:t>
            </a:r>
          </a:p>
          <a:p>
            <a:pPr lvl="0"/>
            <a:r>
              <a:rPr lang="ru-RU" dirty="0"/>
              <a:t>Пункт 2</a:t>
            </a:r>
          </a:p>
          <a:p>
            <a:pPr lvl="0"/>
            <a:r>
              <a:rPr lang="ru-RU" dirty="0"/>
              <a:t>Пункт 3</a:t>
            </a:r>
          </a:p>
        </p:txBody>
      </p:sp>
      <p:sp>
        <p:nvSpPr>
          <p:cNvPr id="5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394792"/>
            <a:ext cx="10515600" cy="851303"/>
          </a:xfrm>
          <a:prstGeom prst="rect">
            <a:avLst/>
          </a:prstGeom>
        </p:spPr>
        <p:txBody>
          <a:bodyPr anchor="t"/>
          <a:lstStyle>
            <a:lvl1pPr>
              <a:defRPr sz="2800"/>
            </a:lvl1pPr>
          </a:lstStyle>
          <a:p>
            <a:r>
              <a:rPr lang="ru-RU" dirty="0"/>
              <a:t>Заголовок – идея в одну </a:t>
            </a:r>
            <a:br>
              <a:rPr lang="ru-RU" dirty="0"/>
            </a:br>
            <a:r>
              <a:rPr lang="ru-RU" dirty="0"/>
              <a:t>или две строки</a:t>
            </a:r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9" y="6586620"/>
            <a:ext cx="11352212" cy="27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720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ркированный список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586753"/>
            <a:ext cx="4899212" cy="4831510"/>
          </a:xfrm>
        </p:spPr>
        <p:txBody>
          <a:bodyPr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§"/>
              <a:tabLst/>
              <a:defRPr sz="1800" baseline="0"/>
            </a:lvl1pPr>
          </a:lstStyle>
          <a:p>
            <a:pPr lvl="0"/>
            <a:r>
              <a:rPr lang="ru-RU" dirty="0"/>
              <a:t>Пункт 1</a:t>
            </a:r>
          </a:p>
          <a:p>
            <a:pPr lvl="0"/>
            <a:r>
              <a:rPr lang="ru-RU" dirty="0"/>
              <a:t>Пункт 2</a:t>
            </a:r>
          </a:p>
          <a:p>
            <a:pPr lvl="0"/>
            <a:r>
              <a:rPr lang="ru-RU" dirty="0"/>
              <a:t>Пункт 3</a:t>
            </a:r>
          </a:p>
        </p:txBody>
      </p:sp>
      <p:sp>
        <p:nvSpPr>
          <p:cNvPr id="4" name="Текст 10"/>
          <p:cNvSpPr>
            <a:spLocks noGrp="1"/>
          </p:cNvSpPr>
          <p:nvPr>
            <p:ph type="body" sz="quarter" idx="11" hasCustomPrompt="1"/>
          </p:nvPr>
        </p:nvSpPr>
        <p:spPr>
          <a:xfrm>
            <a:off x="6454588" y="1586753"/>
            <a:ext cx="4899212" cy="4831510"/>
          </a:xfrm>
        </p:spPr>
        <p:txBody>
          <a:bodyPr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§"/>
              <a:tabLst/>
              <a:defRPr sz="1800" baseline="0"/>
            </a:lvl1pPr>
          </a:lstStyle>
          <a:p>
            <a:pPr lvl="0"/>
            <a:r>
              <a:rPr lang="ru-RU" dirty="0"/>
              <a:t>Пункт 1</a:t>
            </a:r>
          </a:p>
          <a:p>
            <a:pPr lvl="0"/>
            <a:r>
              <a:rPr lang="ru-RU" dirty="0"/>
              <a:t>Пункт 2</a:t>
            </a:r>
          </a:p>
          <a:p>
            <a:pPr lvl="0"/>
            <a:r>
              <a:rPr lang="ru-RU" dirty="0"/>
              <a:t>Пункт 3</a:t>
            </a:r>
          </a:p>
        </p:txBody>
      </p:sp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394792"/>
            <a:ext cx="10515600" cy="851303"/>
          </a:xfrm>
          <a:prstGeom prst="rect">
            <a:avLst/>
          </a:prstGeom>
        </p:spPr>
        <p:txBody>
          <a:bodyPr anchor="t"/>
          <a:lstStyle>
            <a:lvl1pPr>
              <a:defRPr sz="2800"/>
            </a:lvl1pPr>
          </a:lstStyle>
          <a:p>
            <a:r>
              <a:rPr lang="ru-RU" dirty="0"/>
              <a:t>Заголовок – идея в одну </a:t>
            </a:r>
            <a:br>
              <a:rPr lang="ru-RU" dirty="0"/>
            </a:br>
            <a:r>
              <a:rPr lang="ru-RU" dirty="0"/>
              <a:t>или две строки</a:t>
            </a: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9" y="6586620"/>
            <a:ext cx="11352212" cy="27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168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ллюстрации, диаграммы, таблиц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0" hasCustomPrompt="1"/>
          </p:nvPr>
        </p:nvSpPr>
        <p:spPr>
          <a:xfrm>
            <a:off x="838200" y="1586753"/>
            <a:ext cx="10515600" cy="483151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Чтобы вставить изображение / иллюстрацию / </a:t>
            </a:r>
            <a:r>
              <a:rPr lang="en-US" dirty="0" err="1"/>
              <a:t>etc</a:t>
            </a:r>
            <a:r>
              <a:rPr lang="ru-RU" dirty="0"/>
              <a:t>., нажмите на иконку в центре слайда.  Изображение: если оно встроилось некорректно, выделите его правой кнопкой мыши и нажмите «Обрезка». Таблица: выберите количество строк и столбцов, заполните данные и отредактируйте: избавьтесь от заливки, удалите внешние и внутренние вертикальные границы, внутренние горизонтальные границы сделайте деликатными, выровняйте текстовые данные по левому краю, числовые – по правому, выделите важные данные и шапку таблицы. Диаграмма: выберите тип, заполните данные. Удалите линии сетки и шкалу значений. Подпишите значения рядом с сегментами, укрупните подписи. Разместите подписи так, чтобы они не пересекали диаграмму, располагались горизонтально. Легенду поместите над диаграммой. Расставьте цветовые акценты: второстепенные сектора окрасьте в серый, главный – в красный или фиолетовый. Сделайте крупнее числовое значение рядом с главным сектором.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394792"/>
            <a:ext cx="10515600" cy="851303"/>
          </a:xfrm>
          <a:prstGeom prst="rect">
            <a:avLst/>
          </a:prstGeom>
        </p:spPr>
        <p:txBody>
          <a:bodyPr anchor="t"/>
          <a:lstStyle>
            <a:lvl1pPr>
              <a:defRPr sz="2800"/>
            </a:lvl1pPr>
          </a:lstStyle>
          <a:p>
            <a:r>
              <a:rPr lang="ru-RU" dirty="0"/>
              <a:t>Заголовок – идея в одну </a:t>
            </a:r>
            <a:br>
              <a:rPr lang="ru-RU" dirty="0"/>
            </a:br>
            <a:r>
              <a:rPr lang="ru-RU" dirty="0"/>
              <a:t>или две строки</a:t>
            </a: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9" y="6586620"/>
            <a:ext cx="11352212" cy="27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613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ллюстрации, диаграммы, таблицы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0" hasCustomPrompt="1"/>
          </p:nvPr>
        </p:nvSpPr>
        <p:spPr>
          <a:xfrm>
            <a:off x="6275295" y="394792"/>
            <a:ext cx="5916705" cy="618886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Чтобы вставить изображение / иллюстрацию / </a:t>
            </a:r>
            <a:r>
              <a:rPr lang="en-US" dirty="0" err="1"/>
              <a:t>etc</a:t>
            </a:r>
            <a:r>
              <a:rPr lang="ru-RU" dirty="0"/>
              <a:t>., нажмите на соответствующую иконку в центре слайда. </a:t>
            </a:r>
          </a:p>
        </p:txBody>
      </p:sp>
      <p:sp>
        <p:nvSpPr>
          <p:cNvPr id="4" name="Текст 10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586753"/>
            <a:ext cx="4899212" cy="4831510"/>
          </a:xfrm>
        </p:spPr>
        <p:txBody>
          <a:bodyPr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§"/>
              <a:tabLst/>
              <a:defRPr sz="1800" baseline="0"/>
            </a:lvl1pPr>
          </a:lstStyle>
          <a:p>
            <a:pPr lvl="0"/>
            <a:r>
              <a:rPr lang="ru-RU" dirty="0"/>
              <a:t>Пункт 1</a:t>
            </a:r>
          </a:p>
          <a:p>
            <a:pPr lvl="0"/>
            <a:r>
              <a:rPr lang="ru-RU" dirty="0"/>
              <a:t>Пункт 2</a:t>
            </a:r>
          </a:p>
          <a:p>
            <a:pPr lvl="0"/>
            <a:r>
              <a:rPr lang="ru-RU" dirty="0"/>
              <a:t>Пункт 3</a:t>
            </a:r>
          </a:p>
        </p:txBody>
      </p:sp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394793"/>
            <a:ext cx="4899212" cy="851302"/>
          </a:xfrm>
          <a:prstGeom prst="rect">
            <a:avLst/>
          </a:prstGeom>
        </p:spPr>
        <p:txBody>
          <a:bodyPr anchor="t"/>
          <a:lstStyle>
            <a:lvl1pPr>
              <a:defRPr sz="2800"/>
            </a:lvl1pPr>
          </a:lstStyle>
          <a:p>
            <a:r>
              <a:rPr lang="ru-RU" dirty="0"/>
              <a:t>Заголовок – идея в одну или две строки</a:t>
            </a: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9" y="6586620"/>
            <a:ext cx="11352212" cy="27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278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66465"/>
            <a:ext cx="3556932" cy="746620"/>
          </a:xfrm>
          <a:prstGeom prst="rect">
            <a:avLst/>
          </a:prstGeom>
        </p:spPr>
      </p:pic>
      <p:sp>
        <p:nvSpPr>
          <p:cNvPr id="5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39788" y="2081352"/>
            <a:ext cx="9828212" cy="1212206"/>
          </a:xfrm>
          <a:prstGeom prst="rect">
            <a:avLst/>
          </a:prstGeom>
        </p:spPr>
        <p:txBody>
          <a:bodyPr anchor="ctr"/>
          <a:lstStyle>
            <a:lvl1pPr algn="l">
              <a:defRPr sz="3200" b="1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раздела в одну</a:t>
            </a:r>
            <a:br>
              <a:rPr lang="ru-RU" dirty="0"/>
            </a:br>
            <a:r>
              <a:rPr lang="ru-RU" dirty="0"/>
              <a:t>или две строки</a:t>
            </a:r>
          </a:p>
        </p:txBody>
      </p:sp>
      <p:sp>
        <p:nvSpPr>
          <p:cNvPr id="7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839788" y="3328375"/>
            <a:ext cx="9002712" cy="9334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Подзаголовок в одну или в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2301836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66465"/>
            <a:ext cx="3556932" cy="746620"/>
          </a:xfrm>
          <a:prstGeom prst="rect">
            <a:avLst/>
          </a:prstGeom>
        </p:spPr>
      </p:pic>
      <p:sp>
        <p:nvSpPr>
          <p:cNvPr id="5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39788" y="2081352"/>
            <a:ext cx="9828212" cy="1212206"/>
          </a:xfrm>
          <a:prstGeom prst="rect">
            <a:avLst/>
          </a:prstGeom>
        </p:spPr>
        <p:txBody>
          <a:bodyPr anchor="ctr"/>
          <a:lstStyle>
            <a:lvl1pPr algn="l">
              <a:defRPr sz="3200" b="1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раздела в одну</a:t>
            </a:r>
            <a:br>
              <a:rPr lang="ru-RU" dirty="0"/>
            </a:br>
            <a:r>
              <a:rPr lang="ru-RU" dirty="0"/>
              <a:t>или две строки</a:t>
            </a:r>
          </a:p>
        </p:txBody>
      </p:sp>
      <p:sp>
        <p:nvSpPr>
          <p:cNvPr id="7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839788" y="3328375"/>
            <a:ext cx="9002712" cy="9334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Подзаголовок в одну или в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3799164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39788" y="1898471"/>
            <a:ext cx="9828212" cy="1212206"/>
          </a:xfrm>
          <a:prstGeom prst="rect">
            <a:avLst/>
          </a:prstGeom>
        </p:spPr>
        <p:txBody>
          <a:bodyPr anchor="ctr"/>
          <a:lstStyle>
            <a:lvl1pPr algn="l">
              <a:defRPr sz="3200" b="1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ТЕМА В ОДНУ ИЛИ В ДВЕ СТРОКИ</a:t>
            </a:r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839788" y="3119618"/>
            <a:ext cx="8142571" cy="829485"/>
          </a:xfrm>
        </p:spPr>
        <p:txBody>
          <a:bodyPr>
            <a:normAutofit/>
          </a:bodyPr>
          <a:lstStyle>
            <a:lvl1pPr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Имя и Фамилия спикера</a:t>
            </a:r>
          </a:p>
          <a:p>
            <a:pPr lvl="0"/>
            <a:r>
              <a:rPr lang="ru-RU" dirty="0"/>
              <a:t>Контакты</a:t>
            </a:r>
          </a:p>
        </p:txBody>
      </p:sp>
      <p:sp>
        <p:nvSpPr>
          <p:cNvPr id="6" name="Рисунок 731">
            <a:extLst>
              <a:ext uri="{FF2B5EF4-FFF2-40B4-BE49-F238E27FC236}">
                <a16:creationId xmlns:a16="http://schemas.microsoft.com/office/drawing/2014/main" id="{E55EF852-13B9-B740-322A-1A6C69CAE432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8982359" y="3119618"/>
            <a:ext cx="1696514" cy="1697364"/>
          </a:xfrm>
          <a:solidFill>
            <a:schemeClr val="accent3"/>
          </a:solidFill>
        </p:spPr>
        <p:txBody>
          <a:bodyPr>
            <a:normAutofit/>
          </a:bodyPr>
          <a:lstStyle>
            <a:lvl1pPr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 dirty="0"/>
              <a:t>QR-</a:t>
            </a:r>
            <a:r>
              <a:rPr lang="ru-RU" dirty="0"/>
              <a:t>код со ссылкой на доп. материалы</a:t>
            </a:r>
          </a:p>
        </p:txBody>
      </p:sp>
      <p:grpSp>
        <p:nvGrpSpPr>
          <p:cNvPr id="7" name="Группа 6"/>
          <p:cNvGrpSpPr/>
          <p:nvPr userDrawn="1"/>
        </p:nvGrpSpPr>
        <p:grpSpPr>
          <a:xfrm>
            <a:off x="0" y="5251450"/>
            <a:ext cx="12192000" cy="1606551"/>
            <a:chOff x="0" y="5251450"/>
            <a:chExt cx="12192000" cy="1606551"/>
          </a:xfrm>
          <a:solidFill>
            <a:srgbClr val="008ED6"/>
          </a:solidFill>
        </p:grpSpPr>
        <p:sp>
          <p:nvSpPr>
            <p:cNvPr id="8" name="Freeform 19"/>
            <p:cNvSpPr>
              <a:spLocks/>
            </p:cNvSpPr>
            <p:nvPr/>
          </p:nvSpPr>
          <p:spPr bwMode="auto">
            <a:xfrm>
              <a:off x="0" y="5700713"/>
              <a:ext cx="1143000" cy="1157288"/>
            </a:xfrm>
            <a:custGeom>
              <a:avLst/>
              <a:gdLst>
                <a:gd name="T0" fmla="*/ 0 w 2159"/>
                <a:gd name="T1" fmla="*/ 2187 h 2187"/>
                <a:gd name="T2" fmla="*/ 0 w 2159"/>
                <a:gd name="T3" fmla="*/ 0 h 2187"/>
                <a:gd name="T4" fmla="*/ 526 w 2159"/>
                <a:gd name="T5" fmla="*/ 0 h 2187"/>
                <a:gd name="T6" fmla="*/ 526 w 2159"/>
                <a:gd name="T7" fmla="*/ 785 h 2187"/>
                <a:gd name="T8" fmla="*/ 527 w 2159"/>
                <a:gd name="T9" fmla="*/ 799 h 2187"/>
                <a:gd name="T10" fmla="*/ 530 w 2159"/>
                <a:gd name="T11" fmla="*/ 814 h 2187"/>
                <a:gd name="T12" fmla="*/ 536 w 2159"/>
                <a:gd name="T13" fmla="*/ 827 h 2187"/>
                <a:gd name="T14" fmla="*/ 543 w 2159"/>
                <a:gd name="T15" fmla="*/ 837 h 2187"/>
                <a:gd name="T16" fmla="*/ 553 w 2159"/>
                <a:gd name="T17" fmla="*/ 847 h 2187"/>
                <a:gd name="T18" fmla="*/ 563 w 2159"/>
                <a:gd name="T19" fmla="*/ 854 h 2187"/>
                <a:gd name="T20" fmla="*/ 575 w 2159"/>
                <a:gd name="T21" fmla="*/ 860 h 2187"/>
                <a:gd name="T22" fmla="*/ 586 w 2159"/>
                <a:gd name="T23" fmla="*/ 864 h 2187"/>
                <a:gd name="T24" fmla="*/ 599 w 2159"/>
                <a:gd name="T25" fmla="*/ 865 h 2187"/>
                <a:gd name="T26" fmla="*/ 613 w 2159"/>
                <a:gd name="T27" fmla="*/ 867 h 2187"/>
                <a:gd name="T28" fmla="*/ 626 w 2159"/>
                <a:gd name="T29" fmla="*/ 865 h 2187"/>
                <a:gd name="T30" fmla="*/ 641 w 2159"/>
                <a:gd name="T31" fmla="*/ 861 h 2187"/>
                <a:gd name="T32" fmla="*/ 654 w 2159"/>
                <a:gd name="T33" fmla="*/ 857 h 2187"/>
                <a:gd name="T34" fmla="*/ 667 w 2159"/>
                <a:gd name="T35" fmla="*/ 850 h 2187"/>
                <a:gd name="T36" fmla="*/ 678 w 2159"/>
                <a:gd name="T37" fmla="*/ 840 h 2187"/>
                <a:gd name="T38" fmla="*/ 690 w 2159"/>
                <a:gd name="T39" fmla="*/ 830 h 2187"/>
                <a:gd name="T40" fmla="*/ 1428 w 2159"/>
                <a:gd name="T41" fmla="*/ 0 h 2187"/>
                <a:gd name="T42" fmla="*/ 2114 w 2159"/>
                <a:gd name="T43" fmla="*/ 0 h 2187"/>
                <a:gd name="T44" fmla="*/ 1115 w 2159"/>
                <a:gd name="T45" fmla="*/ 1056 h 2187"/>
                <a:gd name="T46" fmla="*/ 2159 w 2159"/>
                <a:gd name="T47" fmla="*/ 2187 h 2187"/>
                <a:gd name="T48" fmla="*/ 1456 w 2159"/>
                <a:gd name="T49" fmla="*/ 2187 h 2187"/>
                <a:gd name="T50" fmla="*/ 684 w 2159"/>
                <a:gd name="T51" fmla="*/ 1310 h 2187"/>
                <a:gd name="T52" fmla="*/ 672 w 2159"/>
                <a:gd name="T53" fmla="*/ 1298 h 2187"/>
                <a:gd name="T54" fmla="*/ 661 w 2159"/>
                <a:gd name="T55" fmla="*/ 1290 h 2187"/>
                <a:gd name="T56" fmla="*/ 648 w 2159"/>
                <a:gd name="T57" fmla="*/ 1283 h 2187"/>
                <a:gd name="T58" fmla="*/ 635 w 2159"/>
                <a:gd name="T59" fmla="*/ 1278 h 2187"/>
                <a:gd name="T60" fmla="*/ 621 w 2159"/>
                <a:gd name="T61" fmla="*/ 1277 h 2187"/>
                <a:gd name="T62" fmla="*/ 608 w 2159"/>
                <a:gd name="T63" fmla="*/ 1277 h 2187"/>
                <a:gd name="T64" fmla="*/ 595 w 2159"/>
                <a:gd name="T65" fmla="*/ 1278 h 2187"/>
                <a:gd name="T66" fmla="*/ 583 w 2159"/>
                <a:gd name="T67" fmla="*/ 1281 h 2187"/>
                <a:gd name="T68" fmla="*/ 572 w 2159"/>
                <a:gd name="T69" fmla="*/ 1287 h 2187"/>
                <a:gd name="T70" fmla="*/ 560 w 2159"/>
                <a:gd name="T71" fmla="*/ 1294 h 2187"/>
                <a:gd name="T72" fmla="*/ 550 w 2159"/>
                <a:gd name="T73" fmla="*/ 1301 h 2187"/>
                <a:gd name="T74" fmla="*/ 543 w 2159"/>
                <a:gd name="T75" fmla="*/ 1311 h 2187"/>
                <a:gd name="T76" fmla="*/ 536 w 2159"/>
                <a:gd name="T77" fmla="*/ 1321 h 2187"/>
                <a:gd name="T78" fmla="*/ 530 w 2159"/>
                <a:gd name="T79" fmla="*/ 1333 h 2187"/>
                <a:gd name="T80" fmla="*/ 527 w 2159"/>
                <a:gd name="T81" fmla="*/ 1344 h 2187"/>
                <a:gd name="T82" fmla="*/ 526 w 2159"/>
                <a:gd name="T83" fmla="*/ 1357 h 2187"/>
                <a:gd name="T84" fmla="*/ 526 w 2159"/>
                <a:gd name="T85" fmla="*/ 2187 h 2187"/>
                <a:gd name="T86" fmla="*/ 0 w 2159"/>
                <a:gd name="T87" fmla="*/ 2187 h 2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159" h="2187">
                  <a:moveTo>
                    <a:pt x="0" y="2187"/>
                  </a:moveTo>
                  <a:lnTo>
                    <a:pt x="0" y="0"/>
                  </a:lnTo>
                  <a:lnTo>
                    <a:pt x="526" y="0"/>
                  </a:lnTo>
                  <a:lnTo>
                    <a:pt x="526" y="785"/>
                  </a:lnTo>
                  <a:lnTo>
                    <a:pt x="527" y="799"/>
                  </a:lnTo>
                  <a:lnTo>
                    <a:pt x="530" y="814"/>
                  </a:lnTo>
                  <a:lnTo>
                    <a:pt x="536" y="827"/>
                  </a:lnTo>
                  <a:lnTo>
                    <a:pt x="543" y="837"/>
                  </a:lnTo>
                  <a:lnTo>
                    <a:pt x="553" y="847"/>
                  </a:lnTo>
                  <a:lnTo>
                    <a:pt x="563" y="854"/>
                  </a:lnTo>
                  <a:lnTo>
                    <a:pt x="575" y="860"/>
                  </a:lnTo>
                  <a:lnTo>
                    <a:pt x="586" y="864"/>
                  </a:lnTo>
                  <a:lnTo>
                    <a:pt x="599" y="865"/>
                  </a:lnTo>
                  <a:lnTo>
                    <a:pt x="613" y="867"/>
                  </a:lnTo>
                  <a:lnTo>
                    <a:pt x="626" y="865"/>
                  </a:lnTo>
                  <a:lnTo>
                    <a:pt x="641" y="861"/>
                  </a:lnTo>
                  <a:lnTo>
                    <a:pt x="654" y="857"/>
                  </a:lnTo>
                  <a:lnTo>
                    <a:pt x="667" y="850"/>
                  </a:lnTo>
                  <a:lnTo>
                    <a:pt x="678" y="840"/>
                  </a:lnTo>
                  <a:lnTo>
                    <a:pt x="690" y="830"/>
                  </a:lnTo>
                  <a:lnTo>
                    <a:pt x="1428" y="0"/>
                  </a:lnTo>
                  <a:lnTo>
                    <a:pt x="2114" y="0"/>
                  </a:lnTo>
                  <a:lnTo>
                    <a:pt x="1115" y="1056"/>
                  </a:lnTo>
                  <a:lnTo>
                    <a:pt x="2159" y="2187"/>
                  </a:lnTo>
                  <a:lnTo>
                    <a:pt x="1456" y="2187"/>
                  </a:lnTo>
                  <a:lnTo>
                    <a:pt x="684" y="1310"/>
                  </a:lnTo>
                  <a:lnTo>
                    <a:pt x="672" y="1298"/>
                  </a:lnTo>
                  <a:lnTo>
                    <a:pt x="661" y="1290"/>
                  </a:lnTo>
                  <a:lnTo>
                    <a:pt x="648" y="1283"/>
                  </a:lnTo>
                  <a:lnTo>
                    <a:pt x="635" y="1278"/>
                  </a:lnTo>
                  <a:lnTo>
                    <a:pt x="621" y="1277"/>
                  </a:lnTo>
                  <a:lnTo>
                    <a:pt x="608" y="1277"/>
                  </a:lnTo>
                  <a:lnTo>
                    <a:pt x="595" y="1278"/>
                  </a:lnTo>
                  <a:lnTo>
                    <a:pt x="583" y="1281"/>
                  </a:lnTo>
                  <a:lnTo>
                    <a:pt x="572" y="1287"/>
                  </a:lnTo>
                  <a:lnTo>
                    <a:pt x="560" y="1294"/>
                  </a:lnTo>
                  <a:lnTo>
                    <a:pt x="550" y="1301"/>
                  </a:lnTo>
                  <a:lnTo>
                    <a:pt x="543" y="1311"/>
                  </a:lnTo>
                  <a:lnTo>
                    <a:pt x="536" y="1321"/>
                  </a:lnTo>
                  <a:lnTo>
                    <a:pt x="530" y="1333"/>
                  </a:lnTo>
                  <a:lnTo>
                    <a:pt x="527" y="1344"/>
                  </a:lnTo>
                  <a:lnTo>
                    <a:pt x="526" y="1357"/>
                  </a:lnTo>
                  <a:lnTo>
                    <a:pt x="526" y="2187"/>
                  </a:lnTo>
                  <a:lnTo>
                    <a:pt x="0" y="21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" name="Freeform 20"/>
            <p:cNvSpPr>
              <a:spLocks noEditPoints="1"/>
            </p:cNvSpPr>
            <p:nvPr/>
          </p:nvSpPr>
          <p:spPr bwMode="auto">
            <a:xfrm>
              <a:off x="1163638" y="5668963"/>
              <a:ext cx="1149350" cy="1189038"/>
            </a:xfrm>
            <a:custGeom>
              <a:avLst/>
              <a:gdLst>
                <a:gd name="T0" fmla="*/ 530 w 2170"/>
                <a:gd name="T1" fmla="*/ 2181 h 2246"/>
                <a:gd name="T2" fmla="*/ 386 w 2170"/>
                <a:gd name="T3" fmla="*/ 2093 h 2246"/>
                <a:gd name="T4" fmla="*/ 262 w 2170"/>
                <a:gd name="T5" fmla="*/ 1981 h 2246"/>
                <a:gd name="T6" fmla="*/ 160 w 2170"/>
                <a:gd name="T7" fmla="*/ 1849 h 2246"/>
                <a:gd name="T8" fmla="*/ 80 w 2170"/>
                <a:gd name="T9" fmla="*/ 1696 h 2246"/>
                <a:gd name="T10" fmla="*/ 26 w 2170"/>
                <a:gd name="T11" fmla="*/ 1524 h 2246"/>
                <a:gd name="T12" fmla="*/ 2 w 2170"/>
                <a:gd name="T13" fmla="*/ 1331 h 2246"/>
                <a:gd name="T14" fmla="*/ 2 w 2170"/>
                <a:gd name="T15" fmla="*/ 973 h 2246"/>
                <a:gd name="T16" fmla="*/ 26 w 2170"/>
                <a:gd name="T17" fmla="*/ 782 h 2246"/>
                <a:gd name="T18" fmla="*/ 80 w 2170"/>
                <a:gd name="T19" fmla="*/ 610 h 2246"/>
                <a:gd name="T20" fmla="*/ 160 w 2170"/>
                <a:gd name="T21" fmla="*/ 457 h 2246"/>
                <a:gd name="T22" fmla="*/ 262 w 2170"/>
                <a:gd name="T23" fmla="*/ 324 h 2246"/>
                <a:gd name="T24" fmla="*/ 386 w 2170"/>
                <a:gd name="T25" fmla="*/ 213 h 2246"/>
                <a:gd name="T26" fmla="*/ 530 w 2170"/>
                <a:gd name="T27" fmla="*/ 125 h 2246"/>
                <a:gd name="T28" fmla="*/ 690 w 2170"/>
                <a:gd name="T29" fmla="*/ 59 h 2246"/>
                <a:gd name="T30" fmla="*/ 861 w 2170"/>
                <a:gd name="T31" fmla="*/ 17 h 2246"/>
                <a:gd name="T32" fmla="*/ 1047 w 2170"/>
                <a:gd name="T33" fmla="*/ 0 h 2246"/>
                <a:gd name="T34" fmla="*/ 1236 w 2170"/>
                <a:gd name="T35" fmla="*/ 8 h 2246"/>
                <a:gd name="T36" fmla="*/ 1413 w 2170"/>
                <a:gd name="T37" fmla="*/ 40 h 2246"/>
                <a:gd name="T38" fmla="*/ 1577 w 2170"/>
                <a:gd name="T39" fmla="*/ 96 h 2246"/>
                <a:gd name="T40" fmla="*/ 1728 w 2170"/>
                <a:gd name="T41" fmla="*/ 175 h 2246"/>
                <a:gd name="T42" fmla="*/ 1861 w 2170"/>
                <a:gd name="T43" fmla="*/ 278 h 2246"/>
                <a:gd name="T44" fmla="*/ 1972 w 2170"/>
                <a:gd name="T45" fmla="*/ 401 h 2246"/>
                <a:gd name="T46" fmla="*/ 2061 w 2170"/>
                <a:gd name="T47" fmla="*/ 546 h 2246"/>
                <a:gd name="T48" fmla="*/ 2126 w 2170"/>
                <a:gd name="T49" fmla="*/ 711 h 2246"/>
                <a:gd name="T50" fmla="*/ 2162 w 2170"/>
                <a:gd name="T51" fmla="*/ 894 h 2246"/>
                <a:gd name="T52" fmla="*/ 2170 w 2170"/>
                <a:gd name="T53" fmla="*/ 1251 h 2246"/>
                <a:gd name="T54" fmla="*/ 2156 w 2170"/>
                <a:gd name="T55" fmla="*/ 1449 h 2246"/>
                <a:gd name="T56" fmla="*/ 2114 w 2170"/>
                <a:gd name="T57" fmla="*/ 1628 h 2246"/>
                <a:gd name="T58" fmla="*/ 2045 w 2170"/>
                <a:gd name="T59" fmla="*/ 1790 h 2246"/>
                <a:gd name="T60" fmla="*/ 1950 w 2170"/>
                <a:gd name="T61" fmla="*/ 1931 h 2246"/>
                <a:gd name="T62" fmla="*/ 1835 w 2170"/>
                <a:gd name="T63" fmla="*/ 2051 h 2246"/>
                <a:gd name="T64" fmla="*/ 1700 w 2170"/>
                <a:gd name="T65" fmla="*/ 2149 h 2246"/>
                <a:gd name="T66" fmla="*/ 1522 w 2170"/>
                <a:gd name="T67" fmla="*/ 2232 h 2246"/>
                <a:gd name="T68" fmla="*/ 1144 w 2170"/>
                <a:gd name="T69" fmla="*/ 1837 h 2246"/>
                <a:gd name="T70" fmla="*/ 1280 w 2170"/>
                <a:gd name="T71" fmla="*/ 1810 h 2246"/>
                <a:gd name="T72" fmla="*/ 1401 w 2170"/>
                <a:gd name="T73" fmla="*/ 1753 h 2246"/>
                <a:gd name="T74" fmla="*/ 1505 w 2170"/>
                <a:gd name="T75" fmla="*/ 1664 h 2246"/>
                <a:gd name="T76" fmla="*/ 1581 w 2170"/>
                <a:gd name="T77" fmla="*/ 1549 h 2246"/>
                <a:gd name="T78" fmla="*/ 1629 w 2170"/>
                <a:gd name="T79" fmla="*/ 1406 h 2246"/>
                <a:gd name="T80" fmla="*/ 1645 w 2170"/>
                <a:gd name="T81" fmla="*/ 1238 h 2246"/>
                <a:gd name="T82" fmla="*/ 1635 w 2170"/>
                <a:gd name="T83" fmla="*/ 930 h 2246"/>
                <a:gd name="T84" fmla="*/ 1594 w 2170"/>
                <a:gd name="T85" fmla="*/ 782 h 2246"/>
                <a:gd name="T86" fmla="*/ 1524 w 2170"/>
                <a:gd name="T87" fmla="*/ 662 h 2246"/>
                <a:gd name="T88" fmla="*/ 1426 w 2170"/>
                <a:gd name="T89" fmla="*/ 567 h 2246"/>
                <a:gd name="T90" fmla="*/ 1309 w 2170"/>
                <a:gd name="T91" fmla="*/ 504 h 2246"/>
                <a:gd name="T92" fmla="*/ 1174 w 2170"/>
                <a:gd name="T93" fmla="*/ 470 h 2246"/>
                <a:gd name="T94" fmla="*/ 1026 w 2170"/>
                <a:gd name="T95" fmla="*/ 467 h 2246"/>
                <a:gd name="T96" fmla="*/ 889 w 2170"/>
                <a:gd name="T97" fmla="*/ 494 h 2246"/>
                <a:gd name="T98" fmla="*/ 769 w 2170"/>
                <a:gd name="T99" fmla="*/ 553 h 2246"/>
                <a:gd name="T100" fmla="*/ 666 w 2170"/>
                <a:gd name="T101" fmla="*/ 641 h 2246"/>
                <a:gd name="T102" fmla="*/ 588 w 2170"/>
                <a:gd name="T103" fmla="*/ 757 h 2246"/>
                <a:gd name="T104" fmla="*/ 540 w 2170"/>
                <a:gd name="T105" fmla="*/ 899 h 2246"/>
                <a:gd name="T106" fmla="*/ 526 w 2170"/>
                <a:gd name="T107" fmla="*/ 1068 h 2246"/>
                <a:gd name="T108" fmla="*/ 536 w 2170"/>
                <a:gd name="T109" fmla="*/ 1374 h 2246"/>
                <a:gd name="T110" fmla="*/ 576 w 2170"/>
                <a:gd name="T111" fmla="*/ 1522 h 2246"/>
                <a:gd name="T112" fmla="*/ 647 w 2170"/>
                <a:gd name="T113" fmla="*/ 1644 h 2246"/>
                <a:gd name="T114" fmla="*/ 746 w 2170"/>
                <a:gd name="T115" fmla="*/ 1737 h 2246"/>
                <a:gd name="T116" fmla="*/ 864 w 2170"/>
                <a:gd name="T117" fmla="*/ 1802 h 2246"/>
                <a:gd name="T118" fmla="*/ 997 w 2170"/>
                <a:gd name="T119" fmla="*/ 1835 h 2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170" h="2246">
                  <a:moveTo>
                    <a:pt x="687" y="2246"/>
                  </a:moveTo>
                  <a:lnTo>
                    <a:pt x="647" y="2232"/>
                  </a:lnTo>
                  <a:lnTo>
                    <a:pt x="607" y="2216"/>
                  </a:lnTo>
                  <a:lnTo>
                    <a:pt x="568" y="2200"/>
                  </a:lnTo>
                  <a:lnTo>
                    <a:pt x="530" y="2181"/>
                  </a:lnTo>
                  <a:lnTo>
                    <a:pt x="500" y="2166"/>
                  </a:lnTo>
                  <a:lnTo>
                    <a:pt x="470" y="2149"/>
                  </a:lnTo>
                  <a:lnTo>
                    <a:pt x="441" y="2130"/>
                  </a:lnTo>
                  <a:lnTo>
                    <a:pt x="414" y="2111"/>
                  </a:lnTo>
                  <a:lnTo>
                    <a:pt x="386" y="2093"/>
                  </a:lnTo>
                  <a:lnTo>
                    <a:pt x="360" y="2073"/>
                  </a:lnTo>
                  <a:lnTo>
                    <a:pt x="334" y="2051"/>
                  </a:lnTo>
                  <a:lnTo>
                    <a:pt x="310" y="2028"/>
                  </a:lnTo>
                  <a:lnTo>
                    <a:pt x="285" y="2005"/>
                  </a:lnTo>
                  <a:lnTo>
                    <a:pt x="262" y="1981"/>
                  </a:lnTo>
                  <a:lnTo>
                    <a:pt x="241" y="1956"/>
                  </a:lnTo>
                  <a:lnTo>
                    <a:pt x="219" y="1931"/>
                  </a:lnTo>
                  <a:lnTo>
                    <a:pt x="199" y="1905"/>
                  </a:lnTo>
                  <a:lnTo>
                    <a:pt x="179" y="1878"/>
                  </a:lnTo>
                  <a:lnTo>
                    <a:pt x="160" y="1849"/>
                  </a:lnTo>
                  <a:lnTo>
                    <a:pt x="141" y="1820"/>
                  </a:lnTo>
                  <a:lnTo>
                    <a:pt x="124" y="1790"/>
                  </a:lnTo>
                  <a:lnTo>
                    <a:pt x="108" y="1759"/>
                  </a:lnTo>
                  <a:lnTo>
                    <a:pt x="94" y="1727"/>
                  </a:lnTo>
                  <a:lnTo>
                    <a:pt x="80" y="1696"/>
                  </a:lnTo>
                  <a:lnTo>
                    <a:pt x="67" y="1663"/>
                  </a:lnTo>
                  <a:lnTo>
                    <a:pt x="55" y="1628"/>
                  </a:lnTo>
                  <a:lnTo>
                    <a:pt x="45" y="1594"/>
                  </a:lnTo>
                  <a:lnTo>
                    <a:pt x="35" y="1559"/>
                  </a:lnTo>
                  <a:lnTo>
                    <a:pt x="26" y="1524"/>
                  </a:lnTo>
                  <a:lnTo>
                    <a:pt x="19" y="1486"/>
                  </a:lnTo>
                  <a:lnTo>
                    <a:pt x="13" y="1449"/>
                  </a:lnTo>
                  <a:lnTo>
                    <a:pt x="9" y="1410"/>
                  </a:lnTo>
                  <a:lnTo>
                    <a:pt x="5" y="1372"/>
                  </a:lnTo>
                  <a:lnTo>
                    <a:pt x="2" y="1331"/>
                  </a:lnTo>
                  <a:lnTo>
                    <a:pt x="0" y="1291"/>
                  </a:lnTo>
                  <a:lnTo>
                    <a:pt x="0" y="1251"/>
                  </a:lnTo>
                  <a:lnTo>
                    <a:pt x="0" y="1055"/>
                  </a:lnTo>
                  <a:lnTo>
                    <a:pt x="0" y="1013"/>
                  </a:lnTo>
                  <a:lnTo>
                    <a:pt x="2" y="973"/>
                  </a:lnTo>
                  <a:lnTo>
                    <a:pt x="5" y="934"/>
                  </a:lnTo>
                  <a:lnTo>
                    <a:pt x="9" y="894"/>
                  </a:lnTo>
                  <a:lnTo>
                    <a:pt x="13" y="857"/>
                  </a:lnTo>
                  <a:lnTo>
                    <a:pt x="19" y="820"/>
                  </a:lnTo>
                  <a:lnTo>
                    <a:pt x="26" y="782"/>
                  </a:lnTo>
                  <a:lnTo>
                    <a:pt x="35" y="747"/>
                  </a:lnTo>
                  <a:lnTo>
                    <a:pt x="45" y="711"/>
                  </a:lnTo>
                  <a:lnTo>
                    <a:pt x="55" y="676"/>
                  </a:lnTo>
                  <a:lnTo>
                    <a:pt x="67" y="643"/>
                  </a:lnTo>
                  <a:lnTo>
                    <a:pt x="80" y="610"/>
                  </a:lnTo>
                  <a:lnTo>
                    <a:pt x="94" y="577"/>
                  </a:lnTo>
                  <a:lnTo>
                    <a:pt x="108" y="546"/>
                  </a:lnTo>
                  <a:lnTo>
                    <a:pt x="124" y="516"/>
                  </a:lnTo>
                  <a:lnTo>
                    <a:pt x="141" y="486"/>
                  </a:lnTo>
                  <a:lnTo>
                    <a:pt x="160" y="457"/>
                  </a:lnTo>
                  <a:lnTo>
                    <a:pt x="179" y="428"/>
                  </a:lnTo>
                  <a:lnTo>
                    <a:pt x="199" y="401"/>
                  </a:lnTo>
                  <a:lnTo>
                    <a:pt x="219" y="374"/>
                  </a:lnTo>
                  <a:lnTo>
                    <a:pt x="241" y="350"/>
                  </a:lnTo>
                  <a:lnTo>
                    <a:pt x="262" y="324"/>
                  </a:lnTo>
                  <a:lnTo>
                    <a:pt x="285" y="301"/>
                  </a:lnTo>
                  <a:lnTo>
                    <a:pt x="310" y="278"/>
                  </a:lnTo>
                  <a:lnTo>
                    <a:pt x="334" y="255"/>
                  </a:lnTo>
                  <a:lnTo>
                    <a:pt x="360" y="233"/>
                  </a:lnTo>
                  <a:lnTo>
                    <a:pt x="386" y="213"/>
                  </a:lnTo>
                  <a:lnTo>
                    <a:pt x="414" y="193"/>
                  </a:lnTo>
                  <a:lnTo>
                    <a:pt x="441" y="175"/>
                  </a:lnTo>
                  <a:lnTo>
                    <a:pt x="470" y="157"/>
                  </a:lnTo>
                  <a:lnTo>
                    <a:pt x="500" y="140"/>
                  </a:lnTo>
                  <a:lnTo>
                    <a:pt x="530" y="125"/>
                  </a:lnTo>
                  <a:lnTo>
                    <a:pt x="560" y="109"/>
                  </a:lnTo>
                  <a:lnTo>
                    <a:pt x="592" y="96"/>
                  </a:lnTo>
                  <a:lnTo>
                    <a:pt x="624" y="82"/>
                  </a:lnTo>
                  <a:lnTo>
                    <a:pt x="657" y="70"/>
                  </a:lnTo>
                  <a:lnTo>
                    <a:pt x="690" y="59"/>
                  </a:lnTo>
                  <a:lnTo>
                    <a:pt x="723" y="49"/>
                  </a:lnTo>
                  <a:lnTo>
                    <a:pt x="758" y="40"/>
                  </a:lnTo>
                  <a:lnTo>
                    <a:pt x="792" y="31"/>
                  </a:lnTo>
                  <a:lnTo>
                    <a:pt x="827" y="24"/>
                  </a:lnTo>
                  <a:lnTo>
                    <a:pt x="861" y="17"/>
                  </a:lnTo>
                  <a:lnTo>
                    <a:pt x="897" y="13"/>
                  </a:lnTo>
                  <a:lnTo>
                    <a:pt x="935" y="8"/>
                  </a:lnTo>
                  <a:lnTo>
                    <a:pt x="971" y="4"/>
                  </a:lnTo>
                  <a:lnTo>
                    <a:pt x="1008" y="1"/>
                  </a:lnTo>
                  <a:lnTo>
                    <a:pt x="1047" y="0"/>
                  </a:lnTo>
                  <a:lnTo>
                    <a:pt x="1085" y="0"/>
                  </a:lnTo>
                  <a:lnTo>
                    <a:pt x="1124" y="0"/>
                  </a:lnTo>
                  <a:lnTo>
                    <a:pt x="1161" y="1"/>
                  </a:lnTo>
                  <a:lnTo>
                    <a:pt x="1198" y="4"/>
                  </a:lnTo>
                  <a:lnTo>
                    <a:pt x="1236" y="8"/>
                  </a:lnTo>
                  <a:lnTo>
                    <a:pt x="1272" y="13"/>
                  </a:lnTo>
                  <a:lnTo>
                    <a:pt x="1308" y="17"/>
                  </a:lnTo>
                  <a:lnTo>
                    <a:pt x="1342" y="24"/>
                  </a:lnTo>
                  <a:lnTo>
                    <a:pt x="1378" y="31"/>
                  </a:lnTo>
                  <a:lnTo>
                    <a:pt x="1413" y="40"/>
                  </a:lnTo>
                  <a:lnTo>
                    <a:pt x="1446" y="49"/>
                  </a:lnTo>
                  <a:lnTo>
                    <a:pt x="1481" y="59"/>
                  </a:lnTo>
                  <a:lnTo>
                    <a:pt x="1512" y="70"/>
                  </a:lnTo>
                  <a:lnTo>
                    <a:pt x="1545" y="82"/>
                  </a:lnTo>
                  <a:lnTo>
                    <a:pt x="1577" y="96"/>
                  </a:lnTo>
                  <a:lnTo>
                    <a:pt x="1609" y="109"/>
                  </a:lnTo>
                  <a:lnTo>
                    <a:pt x="1640" y="125"/>
                  </a:lnTo>
                  <a:lnTo>
                    <a:pt x="1671" y="140"/>
                  </a:lnTo>
                  <a:lnTo>
                    <a:pt x="1700" y="157"/>
                  </a:lnTo>
                  <a:lnTo>
                    <a:pt x="1728" y="175"/>
                  </a:lnTo>
                  <a:lnTo>
                    <a:pt x="1757" y="193"/>
                  </a:lnTo>
                  <a:lnTo>
                    <a:pt x="1783" y="213"/>
                  </a:lnTo>
                  <a:lnTo>
                    <a:pt x="1810" y="233"/>
                  </a:lnTo>
                  <a:lnTo>
                    <a:pt x="1835" y="255"/>
                  </a:lnTo>
                  <a:lnTo>
                    <a:pt x="1861" y="278"/>
                  </a:lnTo>
                  <a:lnTo>
                    <a:pt x="1884" y="301"/>
                  </a:lnTo>
                  <a:lnTo>
                    <a:pt x="1907" y="324"/>
                  </a:lnTo>
                  <a:lnTo>
                    <a:pt x="1930" y="350"/>
                  </a:lnTo>
                  <a:lnTo>
                    <a:pt x="1950" y="374"/>
                  </a:lnTo>
                  <a:lnTo>
                    <a:pt x="1972" y="401"/>
                  </a:lnTo>
                  <a:lnTo>
                    <a:pt x="1990" y="428"/>
                  </a:lnTo>
                  <a:lnTo>
                    <a:pt x="2011" y="457"/>
                  </a:lnTo>
                  <a:lnTo>
                    <a:pt x="2028" y="486"/>
                  </a:lnTo>
                  <a:lnTo>
                    <a:pt x="2045" y="516"/>
                  </a:lnTo>
                  <a:lnTo>
                    <a:pt x="2061" y="546"/>
                  </a:lnTo>
                  <a:lnTo>
                    <a:pt x="2077" y="577"/>
                  </a:lnTo>
                  <a:lnTo>
                    <a:pt x="2090" y="610"/>
                  </a:lnTo>
                  <a:lnTo>
                    <a:pt x="2103" y="643"/>
                  </a:lnTo>
                  <a:lnTo>
                    <a:pt x="2114" y="676"/>
                  </a:lnTo>
                  <a:lnTo>
                    <a:pt x="2126" y="711"/>
                  </a:lnTo>
                  <a:lnTo>
                    <a:pt x="2134" y="747"/>
                  </a:lnTo>
                  <a:lnTo>
                    <a:pt x="2143" y="782"/>
                  </a:lnTo>
                  <a:lnTo>
                    <a:pt x="2150" y="820"/>
                  </a:lnTo>
                  <a:lnTo>
                    <a:pt x="2156" y="857"/>
                  </a:lnTo>
                  <a:lnTo>
                    <a:pt x="2162" y="894"/>
                  </a:lnTo>
                  <a:lnTo>
                    <a:pt x="2165" y="934"/>
                  </a:lnTo>
                  <a:lnTo>
                    <a:pt x="2168" y="973"/>
                  </a:lnTo>
                  <a:lnTo>
                    <a:pt x="2169" y="1013"/>
                  </a:lnTo>
                  <a:lnTo>
                    <a:pt x="2170" y="1055"/>
                  </a:lnTo>
                  <a:lnTo>
                    <a:pt x="2170" y="1251"/>
                  </a:lnTo>
                  <a:lnTo>
                    <a:pt x="2169" y="1291"/>
                  </a:lnTo>
                  <a:lnTo>
                    <a:pt x="2168" y="1331"/>
                  </a:lnTo>
                  <a:lnTo>
                    <a:pt x="2165" y="1372"/>
                  </a:lnTo>
                  <a:lnTo>
                    <a:pt x="2162" y="1410"/>
                  </a:lnTo>
                  <a:lnTo>
                    <a:pt x="2156" y="1449"/>
                  </a:lnTo>
                  <a:lnTo>
                    <a:pt x="2150" y="1486"/>
                  </a:lnTo>
                  <a:lnTo>
                    <a:pt x="2143" y="1524"/>
                  </a:lnTo>
                  <a:lnTo>
                    <a:pt x="2134" y="1559"/>
                  </a:lnTo>
                  <a:lnTo>
                    <a:pt x="2126" y="1594"/>
                  </a:lnTo>
                  <a:lnTo>
                    <a:pt x="2114" y="1628"/>
                  </a:lnTo>
                  <a:lnTo>
                    <a:pt x="2103" y="1663"/>
                  </a:lnTo>
                  <a:lnTo>
                    <a:pt x="2090" y="1696"/>
                  </a:lnTo>
                  <a:lnTo>
                    <a:pt x="2077" y="1727"/>
                  </a:lnTo>
                  <a:lnTo>
                    <a:pt x="2061" y="1759"/>
                  </a:lnTo>
                  <a:lnTo>
                    <a:pt x="2045" y="1790"/>
                  </a:lnTo>
                  <a:lnTo>
                    <a:pt x="2028" y="1820"/>
                  </a:lnTo>
                  <a:lnTo>
                    <a:pt x="2011" y="1849"/>
                  </a:lnTo>
                  <a:lnTo>
                    <a:pt x="1990" y="1878"/>
                  </a:lnTo>
                  <a:lnTo>
                    <a:pt x="1972" y="1905"/>
                  </a:lnTo>
                  <a:lnTo>
                    <a:pt x="1950" y="1931"/>
                  </a:lnTo>
                  <a:lnTo>
                    <a:pt x="1930" y="1956"/>
                  </a:lnTo>
                  <a:lnTo>
                    <a:pt x="1907" y="1981"/>
                  </a:lnTo>
                  <a:lnTo>
                    <a:pt x="1884" y="2005"/>
                  </a:lnTo>
                  <a:lnTo>
                    <a:pt x="1861" y="2028"/>
                  </a:lnTo>
                  <a:lnTo>
                    <a:pt x="1835" y="2051"/>
                  </a:lnTo>
                  <a:lnTo>
                    <a:pt x="1810" y="2073"/>
                  </a:lnTo>
                  <a:lnTo>
                    <a:pt x="1783" y="2093"/>
                  </a:lnTo>
                  <a:lnTo>
                    <a:pt x="1757" y="2111"/>
                  </a:lnTo>
                  <a:lnTo>
                    <a:pt x="1728" y="2130"/>
                  </a:lnTo>
                  <a:lnTo>
                    <a:pt x="1700" y="2149"/>
                  </a:lnTo>
                  <a:lnTo>
                    <a:pt x="1671" y="2166"/>
                  </a:lnTo>
                  <a:lnTo>
                    <a:pt x="1640" y="2181"/>
                  </a:lnTo>
                  <a:lnTo>
                    <a:pt x="1602" y="2200"/>
                  </a:lnTo>
                  <a:lnTo>
                    <a:pt x="1563" y="2216"/>
                  </a:lnTo>
                  <a:lnTo>
                    <a:pt x="1522" y="2232"/>
                  </a:lnTo>
                  <a:lnTo>
                    <a:pt x="1482" y="2246"/>
                  </a:lnTo>
                  <a:lnTo>
                    <a:pt x="687" y="2246"/>
                  </a:lnTo>
                  <a:close/>
                  <a:moveTo>
                    <a:pt x="1085" y="1840"/>
                  </a:moveTo>
                  <a:lnTo>
                    <a:pt x="1115" y="1840"/>
                  </a:lnTo>
                  <a:lnTo>
                    <a:pt x="1144" y="1837"/>
                  </a:lnTo>
                  <a:lnTo>
                    <a:pt x="1172" y="1835"/>
                  </a:lnTo>
                  <a:lnTo>
                    <a:pt x="1201" y="1830"/>
                  </a:lnTo>
                  <a:lnTo>
                    <a:pt x="1229" y="1825"/>
                  </a:lnTo>
                  <a:lnTo>
                    <a:pt x="1255" y="1819"/>
                  </a:lnTo>
                  <a:lnTo>
                    <a:pt x="1280" y="1810"/>
                  </a:lnTo>
                  <a:lnTo>
                    <a:pt x="1306" y="1802"/>
                  </a:lnTo>
                  <a:lnTo>
                    <a:pt x="1331" y="1792"/>
                  </a:lnTo>
                  <a:lnTo>
                    <a:pt x="1355" y="1780"/>
                  </a:lnTo>
                  <a:lnTo>
                    <a:pt x="1378" y="1767"/>
                  </a:lnTo>
                  <a:lnTo>
                    <a:pt x="1401" y="1753"/>
                  </a:lnTo>
                  <a:lnTo>
                    <a:pt x="1423" y="1737"/>
                  </a:lnTo>
                  <a:lnTo>
                    <a:pt x="1445" y="1721"/>
                  </a:lnTo>
                  <a:lnTo>
                    <a:pt x="1465" y="1704"/>
                  </a:lnTo>
                  <a:lnTo>
                    <a:pt x="1485" y="1684"/>
                  </a:lnTo>
                  <a:lnTo>
                    <a:pt x="1505" y="1664"/>
                  </a:lnTo>
                  <a:lnTo>
                    <a:pt x="1522" y="1644"/>
                  </a:lnTo>
                  <a:lnTo>
                    <a:pt x="1540" y="1621"/>
                  </a:lnTo>
                  <a:lnTo>
                    <a:pt x="1556" y="1598"/>
                  </a:lnTo>
                  <a:lnTo>
                    <a:pt x="1568" y="1574"/>
                  </a:lnTo>
                  <a:lnTo>
                    <a:pt x="1581" y="1549"/>
                  </a:lnTo>
                  <a:lnTo>
                    <a:pt x="1594" y="1522"/>
                  </a:lnTo>
                  <a:lnTo>
                    <a:pt x="1604" y="1495"/>
                  </a:lnTo>
                  <a:lnTo>
                    <a:pt x="1613" y="1466"/>
                  </a:lnTo>
                  <a:lnTo>
                    <a:pt x="1622" y="1438"/>
                  </a:lnTo>
                  <a:lnTo>
                    <a:pt x="1629" y="1406"/>
                  </a:lnTo>
                  <a:lnTo>
                    <a:pt x="1635" y="1374"/>
                  </a:lnTo>
                  <a:lnTo>
                    <a:pt x="1639" y="1343"/>
                  </a:lnTo>
                  <a:lnTo>
                    <a:pt x="1642" y="1309"/>
                  </a:lnTo>
                  <a:lnTo>
                    <a:pt x="1643" y="1274"/>
                  </a:lnTo>
                  <a:lnTo>
                    <a:pt x="1645" y="1238"/>
                  </a:lnTo>
                  <a:lnTo>
                    <a:pt x="1645" y="1068"/>
                  </a:lnTo>
                  <a:lnTo>
                    <a:pt x="1643" y="1032"/>
                  </a:lnTo>
                  <a:lnTo>
                    <a:pt x="1642" y="997"/>
                  </a:lnTo>
                  <a:lnTo>
                    <a:pt x="1639" y="963"/>
                  </a:lnTo>
                  <a:lnTo>
                    <a:pt x="1635" y="930"/>
                  </a:lnTo>
                  <a:lnTo>
                    <a:pt x="1629" y="899"/>
                  </a:lnTo>
                  <a:lnTo>
                    <a:pt x="1622" y="868"/>
                  </a:lnTo>
                  <a:lnTo>
                    <a:pt x="1615" y="838"/>
                  </a:lnTo>
                  <a:lnTo>
                    <a:pt x="1604" y="811"/>
                  </a:lnTo>
                  <a:lnTo>
                    <a:pt x="1594" y="782"/>
                  </a:lnTo>
                  <a:lnTo>
                    <a:pt x="1583" y="757"/>
                  </a:lnTo>
                  <a:lnTo>
                    <a:pt x="1570" y="731"/>
                  </a:lnTo>
                  <a:lnTo>
                    <a:pt x="1556" y="708"/>
                  </a:lnTo>
                  <a:lnTo>
                    <a:pt x="1541" y="684"/>
                  </a:lnTo>
                  <a:lnTo>
                    <a:pt x="1524" y="662"/>
                  </a:lnTo>
                  <a:lnTo>
                    <a:pt x="1507" y="641"/>
                  </a:lnTo>
                  <a:lnTo>
                    <a:pt x="1488" y="620"/>
                  </a:lnTo>
                  <a:lnTo>
                    <a:pt x="1468" y="602"/>
                  </a:lnTo>
                  <a:lnTo>
                    <a:pt x="1448" y="585"/>
                  </a:lnTo>
                  <a:lnTo>
                    <a:pt x="1426" y="567"/>
                  </a:lnTo>
                  <a:lnTo>
                    <a:pt x="1404" y="553"/>
                  </a:lnTo>
                  <a:lnTo>
                    <a:pt x="1381" y="539"/>
                  </a:lnTo>
                  <a:lnTo>
                    <a:pt x="1358" y="526"/>
                  </a:lnTo>
                  <a:lnTo>
                    <a:pt x="1334" y="514"/>
                  </a:lnTo>
                  <a:lnTo>
                    <a:pt x="1309" y="504"/>
                  </a:lnTo>
                  <a:lnTo>
                    <a:pt x="1283" y="494"/>
                  </a:lnTo>
                  <a:lnTo>
                    <a:pt x="1257" y="487"/>
                  </a:lnTo>
                  <a:lnTo>
                    <a:pt x="1230" y="480"/>
                  </a:lnTo>
                  <a:lnTo>
                    <a:pt x="1203" y="474"/>
                  </a:lnTo>
                  <a:lnTo>
                    <a:pt x="1174" y="470"/>
                  </a:lnTo>
                  <a:lnTo>
                    <a:pt x="1145" y="467"/>
                  </a:lnTo>
                  <a:lnTo>
                    <a:pt x="1115" y="466"/>
                  </a:lnTo>
                  <a:lnTo>
                    <a:pt x="1085" y="466"/>
                  </a:lnTo>
                  <a:lnTo>
                    <a:pt x="1054" y="466"/>
                  </a:lnTo>
                  <a:lnTo>
                    <a:pt x="1026" y="467"/>
                  </a:lnTo>
                  <a:lnTo>
                    <a:pt x="997" y="470"/>
                  </a:lnTo>
                  <a:lnTo>
                    <a:pt x="969" y="474"/>
                  </a:lnTo>
                  <a:lnTo>
                    <a:pt x="942" y="480"/>
                  </a:lnTo>
                  <a:lnTo>
                    <a:pt x="915" y="487"/>
                  </a:lnTo>
                  <a:lnTo>
                    <a:pt x="889" y="494"/>
                  </a:lnTo>
                  <a:lnTo>
                    <a:pt x="864" y="504"/>
                  </a:lnTo>
                  <a:lnTo>
                    <a:pt x="838" y="514"/>
                  </a:lnTo>
                  <a:lnTo>
                    <a:pt x="815" y="526"/>
                  </a:lnTo>
                  <a:lnTo>
                    <a:pt x="791" y="539"/>
                  </a:lnTo>
                  <a:lnTo>
                    <a:pt x="769" y="553"/>
                  </a:lnTo>
                  <a:lnTo>
                    <a:pt x="746" y="567"/>
                  </a:lnTo>
                  <a:lnTo>
                    <a:pt x="725" y="585"/>
                  </a:lnTo>
                  <a:lnTo>
                    <a:pt x="704" y="602"/>
                  </a:lnTo>
                  <a:lnTo>
                    <a:pt x="684" y="620"/>
                  </a:lnTo>
                  <a:lnTo>
                    <a:pt x="666" y="641"/>
                  </a:lnTo>
                  <a:lnTo>
                    <a:pt x="647" y="662"/>
                  </a:lnTo>
                  <a:lnTo>
                    <a:pt x="630" y="684"/>
                  </a:lnTo>
                  <a:lnTo>
                    <a:pt x="615" y="708"/>
                  </a:lnTo>
                  <a:lnTo>
                    <a:pt x="601" y="731"/>
                  </a:lnTo>
                  <a:lnTo>
                    <a:pt x="588" y="757"/>
                  </a:lnTo>
                  <a:lnTo>
                    <a:pt x="576" y="782"/>
                  </a:lnTo>
                  <a:lnTo>
                    <a:pt x="565" y="811"/>
                  </a:lnTo>
                  <a:lnTo>
                    <a:pt x="556" y="838"/>
                  </a:lnTo>
                  <a:lnTo>
                    <a:pt x="548" y="868"/>
                  </a:lnTo>
                  <a:lnTo>
                    <a:pt x="540" y="899"/>
                  </a:lnTo>
                  <a:lnTo>
                    <a:pt x="536" y="930"/>
                  </a:lnTo>
                  <a:lnTo>
                    <a:pt x="532" y="963"/>
                  </a:lnTo>
                  <a:lnTo>
                    <a:pt x="527" y="997"/>
                  </a:lnTo>
                  <a:lnTo>
                    <a:pt x="526" y="1032"/>
                  </a:lnTo>
                  <a:lnTo>
                    <a:pt x="526" y="1068"/>
                  </a:lnTo>
                  <a:lnTo>
                    <a:pt x="526" y="1238"/>
                  </a:lnTo>
                  <a:lnTo>
                    <a:pt x="526" y="1274"/>
                  </a:lnTo>
                  <a:lnTo>
                    <a:pt x="527" y="1309"/>
                  </a:lnTo>
                  <a:lnTo>
                    <a:pt x="532" y="1343"/>
                  </a:lnTo>
                  <a:lnTo>
                    <a:pt x="536" y="1374"/>
                  </a:lnTo>
                  <a:lnTo>
                    <a:pt x="540" y="1406"/>
                  </a:lnTo>
                  <a:lnTo>
                    <a:pt x="548" y="1438"/>
                  </a:lnTo>
                  <a:lnTo>
                    <a:pt x="556" y="1466"/>
                  </a:lnTo>
                  <a:lnTo>
                    <a:pt x="565" y="1495"/>
                  </a:lnTo>
                  <a:lnTo>
                    <a:pt x="576" y="1522"/>
                  </a:lnTo>
                  <a:lnTo>
                    <a:pt x="588" y="1549"/>
                  </a:lnTo>
                  <a:lnTo>
                    <a:pt x="601" y="1574"/>
                  </a:lnTo>
                  <a:lnTo>
                    <a:pt x="615" y="1598"/>
                  </a:lnTo>
                  <a:lnTo>
                    <a:pt x="630" y="1621"/>
                  </a:lnTo>
                  <a:lnTo>
                    <a:pt x="647" y="1644"/>
                  </a:lnTo>
                  <a:lnTo>
                    <a:pt x="666" y="1664"/>
                  </a:lnTo>
                  <a:lnTo>
                    <a:pt x="684" y="1684"/>
                  </a:lnTo>
                  <a:lnTo>
                    <a:pt x="704" y="1704"/>
                  </a:lnTo>
                  <a:lnTo>
                    <a:pt x="725" y="1721"/>
                  </a:lnTo>
                  <a:lnTo>
                    <a:pt x="746" y="1737"/>
                  </a:lnTo>
                  <a:lnTo>
                    <a:pt x="769" y="1753"/>
                  </a:lnTo>
                  <a:lnTo>
                    <a:pt x="791" y="1767"/>
                  </a:lnTo>
                  <a:lnTo>
                    <a:pt x="815" y="1780"/>
                  </a:lnTo>
                  <a:lnTo>
                    <a:pt x="838" y="1792"/>
                  </a:lnTo>
                  <a:lnTo>
                    <a:pt x="864" y="1802"/>
                  </a:lnTo>
                  <a:lnTo>
                    <a:pt x="889" y="1810"/>
                  </a:lnTo>
                  <a:lnTo>
                    <a:pt x="915" y="1819"/>
                  </a:lnTo>
                  <a:lnTo>
                    <a:pt x="942" y="1825"/>
                  </a:lnTo>
                  <a:lnTo>
                    <a:pt x="969" y="1830"/>
                  </a:lnTo>
                  <a:lnTo>
                    <a:pt x="997" y="1835"/>
                  </a:lnTo>
                  <a:lnTo>
                    <a:pt x="1026" y="1837"/>
                  </a:lnTo>
                  <a:lnTo>
                    <a:pt x="1054" y="1840"/>
                  </a:lnTo>
                  <a:lnTo>
                    <a:pt x="1085" y="18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" name="Freeform 21"/>
            <p:cNvSpPr>
              <a:spLocks/>
            </p:cNvSpPr>
            <p:nvPr/>
          </p:nvSpPr>
          <p:spPr bwMode="auto">
            <a:xfrm>
              <a:off x="2540000" y="5695950"/>
              <a:ext cx="741363" cy="1162050"/>
            </a:xfrm>
            <a:custGeom>
              <a:avLst/>
              <a:gdLst>
                <a:gd name="T0" fmla="*/ 0 w 1400"/>
                <a:gd name="T1" fmla="*/ 8 h 2197"/>
                <a:gd name="T2" fmla="*/ 518 w 1400"/>
                <a:gd name="T3" fmla="*/ 240 h 2197"/>
                <a:gd name="T4" fmla="*/ 523 w 1400"/>
                <a:gd name="T5" fmla="*/ 270 h 2197"/>
                <a:gd name="T6" fmla="*/ 534 w 1400"/>
                <a:gd name="T7" fmla="*/ 293 h 2197"/>
                <a:gd name="T8" fmla="*/ 551 w 1400"/>
                <a:gd name="T9" fmla="*/ 308 h 2197"/>
                <a:gd name="T10" fmla="*/ 572 w 1400"/>
                <a:gd name="T11" fmla="*/ 315 h 2197"/>
                <a:gd name="T12" fmla="*/ 595 w 1400"/>
                <a:gd name="T13" fmla="*/ 316 h 2197"/>
                <a:gd name="T14" fmla="*/ 616 w 1400"/>
                <a:gd name="T15" fmla="*/ 311 h 2197"/>
                <a:gd name="T16" fmla="*/ 636 w 1400"/>
                <a:gd name="T17" fmla="*/ 301 h 2197"/>
                <a:gd name="T18" fmla="*/ 654 w 1400"/>
                <a:gd name="T19" fmla="*/ 283 h 2197"/>
                <a:gd name="T20" fmla="*/ 704 w 1400"/>
                <a:gd name="T21" fmla="*/ 220 h 2197"/>
                <a:gd name="T22" fmla="*/ 759 w 1400"/>
                <a:gd name="T23" fmla="*/ 164 h 2197"/>
                <a:gd name="T24" fmla="*/ 816 w 1400"/>
                <a:gd name="T25" fmla="*/ 116 h 2197"/>
                <a:gd name="T26" fmla="*/ 877 w 1400"/>
                <a:gd name="T27" fmla="*/ 76 h 2197"/>
                <a:gd name="T28" fmla="*/ 945 w 1400"/>
                <a:gd name="T29" fmla="*/ 43 h 2197"/>
                <a:gd name="T30" fmla="*/ 1015 w 1400"/>
                <a:gd name="T31" fmla="*/ 20 h 2197"/>
                <a:gd name="T32" fmla="*/ 1093 w 1400"/>
                <a:gd name="T33" fmla="*/ 5 h 2197"/>
                <a:gd name="T34" fmla="*/ 1175 w 1400"/>
                <a:gd name="T35" fmla="*/ 0 h 2197"/>
                <a:gd name="T36" fmla="*/ 1400 w 1400"/>
                <a:gd name="T37" fmla="*/ 465 h 2197"/>
                <a:gd name="T38" fmla="*/ 960 w 1400"/>
                <a:gd name="T39" fmla="*/ 465 h 2197"/>
                <a:gd name="T40" fmla="*/ 913 w 1400"/>
                <a:gd name="T41" fmla="*/ 470 h 2197"/>
                <a:gd name="T42" fmla="*/ 867 w 1400"/>
                <a:gd name="T43" fmla="*/ 475 h 2197"/>
                <a:gd name="T44" fmla="*/ 824 w 1400"/>
                <a:gd name="T45" fmla="*/ 485 h 2197"/>
                <a:gd name="T46" fmla="*/ 783 w 1400"/>
                <a:gd name="T47" fmla="*/ 498 h 2197"/>
                <a:gd name="T48" fmla="*/ 743 w 1400"/>
                <a:gd name="T49" fmla="*/ 516 h 2197"/>
                <a:gd name="T50" fmla="*/ 707 w 1400"/>
                <a:gd name="T51" fmla="*/ 536 h 2197"/>
                <a:gd name="T52" fmla="*/ 672 w 1400"/>
                <a:gd name="T53" fmla="*/ 559 h 2197"/>
                <a:gd name="T54" fmla="*/ 641 w 1400"/>
                <a:gd name="T55" fmla="*/ 584 h 2197"/>
                <a:gd name="T56" fmla="*/ 612 w 1400"/>
                <a:gd name="T57" fmla="*/ 614 h 2197"/>
                <a:gd name="T58" fmla="*/ 587 w 1400"/>
                <a:gd name="T59" fmla="*/ 649 h 2197"/>
                <a:gd name="T60" fmla="*/ 567 w 1400"/>
                <a:gd name="T61" fmla="*/ 686 h 2197"/>
                <a:gd name="T62" fmla="*/ 551 w 1400"/>
                <a:gd name="T63" fmla="*/ 726 h 2197"/>
                <a:gd name="T64" fmla="*/ 539 w 1400"/>
                <a:gd name="T65" fmla="*/ 771 h 2197"/>
                <a:gd name="T66" fmla="*/ 531 w 1400"/>
                <a:gd name="T67" fmla="*/ 819 h 2197"/>
                <a:gd name="T68" fmla="*/ 527 w 1400"/>
                <a:gd name="T69" fmla="*/ 870 h 2197"/>
                <a:gd name="T70" fmla="*/ 527 w 1400"/>
                <a:gd name="T71" fmla="*/ 2197 h 2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00" h="2197">
                  <a:moveTo>
                    <a:pt x="0" y="2197"/>
                  </a:moveTo>
                  <a:lnTo>
                    <a:pt x="0" y="8"/>
                  </a:lnTo>
                  <a:lnTo>
                    <a:pt x="518" y="8"/>
                  </a:lnTo>
                  <a:lnTo>
                    <a:pt x="518" y="240"/>
                  </a:lnTo>
                  <a:lnTo>
                    <a:pt x="520" y="258"/>
                  </a:lnTo>
                  <a:lnTo>
                    <a:pt x="523" y="270"/>
                  </a:lnTo>
                  <a:lnTo>
                    <a:pt x="527" y="283"/>
                  </a:lnTo>
                  <a:lnTo>
                    <a:pt x="534" y="293"/>
                  </a:lnTo>
                  <a:lnTo>
                    <a:pt x="541" y="301"/>
                  </a:lnTo>
                  <a:lnTo>
                    <a:pt x="551" y="308"/>
                  </a:lnTo>
                  <a:lnTo>
                    <a:pt x="562" y="312"/>
                  </a:lnTo>
                  <a:lnTo>
                    <a:pt x="572" y="315"/>
                  </a:lnTo>
                  <a:lnTo>
                    <a:pt x="583" y="316"/>
                  </a:lnTo>
                  <a:lnTo>
                    <a:pt x="595" y="316"/>
                  </a:lnTo>
                  <a:lnTo>
                    <a:pt x="606" y="313"/>
                  </a:lnTo>
                  <a:lnTo>
                    <a:pt x="616" y="311"/>
                  </a:lnTo>
                  <a:lnTo>
                    <a:pt x="628" y="306"/>
                  </a:lnTo>
                  <a:lnTo>
                    <a:pt x="636" y="301"/>
                  </a:lnTo>
                  <a:lnTo>
                    <a:pt x="647" y="292"/>
                  </a:lnTo>
                  <a:lnTo>
                    <a:pt x="654" y="283"/>
                  </a:lnTo>
                  <a:lnTo>
                    <a:pt x="678" y="252"/>
                  </a:lnTo>
                  <a:lnTo>
                    <a:pt x="704" y="220"/>
                  </a:lnTo>
                  <a:lnTo>
                    <a:pt x="731" y="192"/>
                  </a:lnTo>
                  <a:lnTo>
                    <a:pt x="759" y="164"/>
                  </a:lnTo>
                  <a:lnTo>
                    <a:pt x="786" y="140"/>
                  </a:lnTo>
                  <a:lnTo>
                    <a:pt x="816" y="116"/>
                  </a:lnTo>
                  <a:lnTo>
                    <a:pt x="847" y="96"/>
                  </a:lnTo>
                  <a:lnTo>
                    <a:pt x="877" y="76"/>
                  </a:lnTo>
                  <a:lnTo>
                    <a:pt x="910" y="58"/>
                  </a:lnTo>
                  <a:lnTo>
                    <a:pt x="945" y="43"/>
                  </a:lnTo>
                  <a:lnTo>
                    <a:pt x="979" y="30"/>
                  </a:lnTo>
                  <a:lnTo>
                    <a:pt x="1015" y="20"/>
                  </a:lnTo>
                  <a:lnTo>
                    <a:pt x="1053" y="11"/>
                  </a:lnTo>
                  <a:lnTo>
                    <a:pt x="1093" y="5"/>
                  </a:lnTo>
                  <a:lnTo>
                    <a:pt x="1133" y="1"/>
                  </a:lnTo>
                  <a:lnTo>
                    <a:pt x="1175" y="0"/>
                  </a:lnTo>
                  <a:lnTo>
                    <a:pt x="1400" y="0"/>
                  </a:lnTo>
                  <a:lnTo>
                    <a:pt x="1400" y="465"/>
                  </a:lnTo>
                  <a:lnTo>
                    <a:pt x="985" y="465"/>
                  </a:lnTo>
                  <a:lnTo>
                    <a:pt x="960" y="465"/>
                  </a:lnTo>
                  <a:lnTo>
                    <a:pt x="936" y="467"/>
                  </a:lnTo>
                  <a:lnTo>
                    <a:pt x="913" y="470"/>
                  </a:lnTo>
                  <a:lnTo>
                    <a:pt x="890" y="473"/>
                  </a:lnTo>
                  <a:lnTo>
                    <a:pt x="867" y="475"/>
                  </a:lnTo>
                  <a:lnTo>
                    <a:pt x="845" y="480"/>
                  </a:lnTo>
                  <a:lnTo>
                    <a:pt x="824" y="485"/>
                  </a:lnTo>
                  <a:lnTo>
                    <a:pt x="803" y="491"/>
                  </a:lnTo>
                  <a:lnTo>
                    <a:pt x="783" y="498"/>
                  </a:lnTo>
                  <a:lnTo>
                    <a:pt x="763" y="507"/>
                  </a:lnTo>
                  <a:lnTo>
                    <a:pt x="743" y="516"/>
                  </a:lnTo>
                  <a:lnTo>
                    <a:pt x="724" y="526"/>
                  </a:lnTo>
                  <a:lnTo>
                    <a:pt x="707" y="536"/>
                  </a:lnTo>
                  <a:lnTo>
                    <a:pt x="690" y="547"/>
                  </a:lnTo>
                  <a:lnTo>
                    <a:pt x="672" y="559"/>
                  </a:lnTo>
                  <a:lnTo>
                    <a:pt x="655" y="571"/>
                  </a:lnTo>
                  <a:lnTo>
                    <a:pt x="641" y="584"/>
                  </a:lnTo>
                  <a:lnTo>
                    <a:pt x="625" y="600"/>
                  </a:lnTo>
                  <a:lnTo>
                    <a:pt x="612" y="614"/>
                  </a:lnTo>
                  <a:lnTo>
                    <a:pt x="599" y="632"/>
                  </a:lnTo>
                  <a:lnTo>
                    <a:pt x="587" y="649"/>
                  </a:lnTo>
                  <a:lnTo>
                    <a:pt x="577" y="668"/>
                  </a:lnTo>
                  <a:lnTo>
                    <a:pt x="567" y="686"/>
                  </a:lnTo>
                  <a:lnTo>
                    <a:pt x="559" y="706"/>
                  </a:lnTo>
                  <a:lnTo>
                    <a:pt x="551" y="726"/>
                  </a:lnTo>
                  <a:lnTo>
                    <a:pt x="544" y="748"/>
                  </a:lnTo>
                  <a:lnTo>
                    <a:pt x="539" y="771"/>
                  </a:lnTo>
                  <a:lnTo>
                    <a:pt x="534" y="795"/>
                  </a:lnTo>
                  <a:lnTo>
                    <a:pt x="531" y="819"/>
                  </a:lnTo>
                  <a:lnTo>
                    <a:pt x="528" y="844"/>
                  </a:lnTo>
                  <a:lnTo>
                    <a:pt x="527" y="870"/>
                  </a:lnTo>
                  <a:lnTo>
                    <a:pt x="527" y="897"/>
                  </a:lnTo>
                  <a:lnTo>
                    <a:pt x="527" y="2197"/>
                  </a:lnTo>
                  <a:lnTo>
                    <a:pt x="0" y="21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" name="Freeform 22"/>
            <p:cNvSpPr>
              <a:spLocks noEditPoints="1"/>
            </p:cNvSpPr>
            <p:nvPr/>
          </p:nvSpPr>
          <p:spPr bwMode="auto">
            <a:xfrm>
              <a:off x="3390900" y="5668963"/>
              <a:ext cx="1147763" cy="1189038"/>
            </a:xfrm>
            <a:custGeom>
              <a:avLst/>
              <a:gdLst>
                <a:gd name="T0" fmla="*/ 531 w 2171"/>
                <a:gd name="T1" fmla="*/ 2181 h 2246"/>
                <a:gd name="T2" fmla="*/ 387 w 2171"/>
                <a:gd name="T3" fmla="*/ 2093 h 2246"/>
                <a:gd name="T4" fmla="*/ 263 w 2171"/>
                <a:gd name="T5" fmla="*/ 1981 h 2246"/>
                <a:gd name="T6" fmla="*/ 161 w 2171"/>
                <a:gd name="T7" fmla="*/ 1849 h 2246"/>
                <a:gd name="T8" fmla="*/ 80 w 2171"/>
                <a:gd name="T9" fmla="*/ 1696 h 2246"/>
                <a:gd name="T10" fmla="*/ 27 w 2171"/>
                <a:gd name="T11" fmla="*/ 1524 h 2246"/>
                <a:gd name="T12" fmla="*/ 2 w 2171"/>
                <a:gd name="T13" fmla="*/ 1331 h 2246"/>
                <a:gd name="T14" fmla="*/ 2 w 2171"/>
                <a:gd name="T15" fmla="*/ 973 h 2246"/>
                <a:gd name="T16" fmla="*/ 27 w 2171"/>
                <a:gd name="T17" fmla="*/ 782 h 2246"/>
                <a:gd name="T18" fmla="*/ 80 w 2171"/>
                <a:gd name="T19" fmla="*/ 610 h 2246"/>
                <a:gd name="T20" fmla="*/ 161 w 2171"/>
                <a:gd name="T21" fmla="*/ 457 h 2246"/>
                <a:gd name="T22" fmla="*/ 263 w 2171"/>
                <a:gd name="T23" fmla="*/ 324 h 2246"/>
                <a:gd name="T24" fmla="*/ 387 w 2171"/>
                <a:gd name="T25" fmla="*/ 213 h 2246"/>
                <a:gd name="T26" fmla="*/ 531 w 2171"/>
                <a:gd name="T27" fmla="*/ 125 h 2246"/>
                <a:gd name="T28" fmla="*/ 691 w 2171"/>
                <a:gd name="T29" fmla="*/ 59 h 2246"/>
                <a:gd name="T30" fmla="*/ 862 w 2171"/>
                <a:gd name="T31" fmla="*/ 17 h 2246"/>
                <a:gd name="T32" fmla="*/ 1046 w 2171"/>
                <a:gd name="T33" fmla="*/ 0 h 2246"/>
                <a:gd name="T34" fmla="*/ 1237 w 2171"/>
                <a:gd name="T35" fmla="*/ 8 h 2246"/>
                <a:gd name="T36" fmla="*/ 1414 w 2171"/>
                <a:gd name="T37" fmla="*/ 40 h 2246"/>
                <a:gd name="T38" fmla="*/ 1578 w 2171"/>
                <a:gd name="T39" fmla="*/ 96 h 2246"/>
                <a:gd name="T40" fmla="*/ 1729 w 2171"/>
                <a:gd name="T41" fmla="*/ 175 h 2246"/>
                <a:gd name="T42" fmla="*/ 1860 w 2171"/>
                <a:gd name="T43" fmla="*/ 278 h 2246"/>
                <a:gd name="T44" fmla="*/ 1972 w 2171"/>
                <a:gd name="T45" fmla="*/ 401 h 2246"/>
                <a:gd name="T46" fmla="*/ 2062 w 2171"/>
                <a:gd name="T47" fmla="*/ 546 h 2246"/>
                <a:gd name="T48" fmla="*/ 2125 w 2171"/>
                <a:gd name="T49" fmla="*/ 711 h 2246"/>
                <a:gd name="T50" fmla="*/ 2161 w 2171"/>
                <a:gd name="T51" fmla="*/ 894 h 2246"/>
                <a:gd name="T52" fmla="*/ 2171 w 2171"/>
                <a:gd name="T53" fmla="*/ 1251 h 2246"/>
                <a:gd name="T54" fmla="*/ 2157 w 2171"/>
                <a:gd name="T55" fmla="*/ 1449 h 2246"/>
                <a:gd name="T56" fmla="*/ 2115 w 2171"/>
                <a:gd name="T57" fmla="*/ 1628 h 2246"/>
                <a:gd name="T58" fmla="*/ 2046 w 2171"/>
                <a:gd name="T59" fmla="*/ 1790 h 2246"/>
                <a:gd name="T60" fmla="*/ 1951 w 2171"/>
                <a:gd name="T61" fmla="*/ 1931 h 2246"/>
                <a:gd name="T62" fmla="*/ 1836 w 2171"/>
                <a:gd name="T63" fmla="*/ 2051 h 2246"/>
                <a:gd name="T64" fmla="*/ 1700 w 2171"/>
                <a:gd name="T65" fmla="*/ 2149 h 2246"/>
                <a:gd name="T66" fmla="*/ 1523 w 2171"/>
                <a:gd name="T67" fmla="*/ 2232 h 2246"/>
                <a:gd name="T68" fmla="*/ 1144 w 2171"/>
                <a:gd name="T69" fmla="*/ 1837 h 2246"/>
                <a:gd name="T70" fmla="*/ 1281 w 2171"/>
                <a:gd name="T71" fmla="*/ 1810 h 2246"/>
                <a:gd name="T72" fmla="*/ 1402 w 2171"/>
                <a:gd name="T73" fmla="*/ 1753 h 2246"/>
                <a:gd name="T74" fmla="*/ 1506 w 2171"/>
                <a:gd name="T75" fmla="*/ 1664 h 2246"/>
                <a:gd name="T76" fmla="*/ 1582 w 2171"/>
                <a:gd name="T77" fmla="*/ 1549 h 2246"/>
                <a:gd name="T78" fmla="*/ 1630 w 2171"/>
                <a:gd name="T79" fmla="*/ 1406 h 2246"/>
                <a:gd name="T80" fmla="*/ 1644 w 2171"/>
                <a:gd name="T81" fmla="*/ 1238 h 2246"/>
                <a:gd name="T82" fmla="*/ 1635 w 2171"/>
                <a:gd name="T83" fmla="*/ 930 h 2246"/>
                <a:gd name="T84" fmla="*/ 1595 w 2171"/>
                <a:gd name="T85" fmla="*/ 782 h 2246"/>
                <a:gd name="T86" fmla="*/ 1525 w 2171"/>
                <a:gd name="T87" fmla="*/ 662 h 2246"/>
                <a:gd name="T88" fmla="*/ 1427 w 2171"/>
                <a:gd name="T89" fmla="*/ 567 h 2246"/>
                <a:gd name="T90" fmla="*/ 1309 w 2171"/>
                <a:gd name="T91" fmla="*/ 504 h 2246"/>
                <a:gd name="T92" fmla="*/ 1175 w 2171"/>
                <a:gd name="T93" fmla="*/ 470 h 2246"/>
                <a:gd name="T94" fmla="*/ 1026 w 2171"/>
                <a:gd name="T95" fmla="*/ 467 h 2246"/>
                <a:gd name="T96" fmla="*/ 889 w 2171"/>
                <a:gd name="T97" fmla="*/ 494 h 2246"/>
                <a:gd name="T98" fmla="*/ 769 w 2171"/>
                <a:gd name="T99" fmla="*/ 553 h 2246"/>
                <a:gd name="T100" fmla="*/ 665 w 2171"/>
                <a:gd name="T101" fmla="*/ 641 h 2246"/>
                <a:gd name="T102" fmla="*/ 589 w 2171"/>
                <a:gd name="T103" fmla="*/ 757 h 2246"/>
                <a:gd name="T104" fmla="*/ 541 w 2171"/>
                <a:gd name="T105" fmla="*/ 899 h 2246"/>
                <a:gd name="T106" fmla="*/ 527 w 2171"/>
                <a:gd name="T107" fmla="*/ 1068 h 2246"/>
                <a:gd name="T108" fmla="*/ 537 w 2171"/>
                <a:gd name="T109" fmla="*/ 1374 h 2246"/>
                <a:gd name="T110" fmla="*/ 576 w 2171"/>
                <a:gd name="T111" fmla="*/ 1522 h 2246"/>
                <a:gd name="T112" fmla="*/ 648 w 2171"/>
                <a:gd name="T113" fmla="*/ 1644 h 2246"/>
                <a:gd name="T114" fmla="*/ 747 w 2171"/>
                <a:gd name="T115" fmla="*/ 1737 h 2246"/>
                <a:gd name="T116" fmla="*/ 864 w 2171"/>
                <a:gd name="T117" fmla="*/ 1802 h 2246"/>
                <a:gd name="T118" fmla="*/ 997 w 2171"/>
                <a:gd name="T119" fmla="*/ 1835 h 2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171" h="2246">
                  <a:moveTo>
                    <a:pt x="688" y="2246"/>
                  </a:moveTo>
                  <a:lnTo>
                    <a:pt x="648" y="2232"/>
                  </a:lnTo>
                  <a:lnTo>
                    <a:pt x="607" y="2216"/>
                  </a:lnTo>
                  <a:lnTo>
                    <a:pt x="568" y="2200"/>
                  </a:lnTo>
                  <a:lnTo>
                    <a:pt x="531" y="2181"/>
                  </a:lnTo>
                  <a:lnTo>
                    <a:pt x="499" y="2166"/>
                  </a:lnTo>
                  <a:lnTo>
                    <a:pt x="470" y="2149"/>
                  </a:lnTo>
                  <a:lnTo>
                    <a:pt x="442" y="2130"/>
                  </a:lnTo>
                  <a:lnTo>
                    <a:pt x="414" y="2111"/>
                  </a:lnTo>
                  <a:lnTo>
                    <a:pt x="387" y="2093"/>
                  </a:lnTo>
                  <a:lnTo>
                    <a:pt x="361" y="2073"/>
                  </a:lnTo>
                  <a:lnTo>
                    <a:pt x="335" y="2051"/>
                  </a:lnTo>
                  <a:lnTo>
                    <a:pt x="311" y="2028"/>
                  </a:lnTo>
                  <a:lnTo>
                    <a:pt x="286" y="2005"/>
                  </a:lnTo>
                  <a:lnTo>
                    <a:pt x="263" y="1981"/>
                  </a:lnTo>
                  <a:lnTo>
                    <a:pt x="241" y="1956"/>
                  </a:lnTo>
                  <a:lnTo>
                    <a:pt x="220" y="1931"/>
                  </a:lnTo>
                  <a:lnTo>
                    <a:pt x="198" y="1905"/>
                  </a:lnTo>
                  <a:lnTo>
                    <a:pt x="180" y="1878"/>
                  </a:lnTo>
                  <a:lnTo>
                    <a:pt x="161" y="1849"/>
                  </a:lnTo>
                  <a:lnTo>
                    <a:pt x="142" y="1820"/>
                  </a:lnTo>
                  <a:lnTo>
                    <a:pt x="125" y="1790"/>
                  </a:lnTo>
                  <a:lnTo>
                    <a:pt x="109" y="1759"/>
                  </a:lnTo>
                  <a:lnTo>
                    <a:pt x="93" y="1727"/>
                  </a:lnTo>
                  <a:lnTo>
                    <a:pt x="80" y="1696"/>
                  </a:lnTo>
                  <a:lnTo>
                    <a:pt x="67" y="1663"/>
                  </a:lnTo>
                  <a:lnTo>
                    <a:pt x="56" y="1628"/>
                  </a:lnTo>
                  <a:lnTo>
                    <a:pt x="46" y="1594"/>
                  </a:lnTo>
                  <a:lnTo>
                    <a:pt x="36" y="1559"/>
                  </a:lnTo>
                  <a:lnTo>
                    <a:pt x="27" y="1524"/>
                  </a:lnTo>
                  <a:lnTo>
                    <a:pt x="20" y="1486"/>
                  </a:lnTo>
                  <a:lnTo>
                    <a:pt x="14" y="1449"/>
                  </a:lnTo>
                  <a:lnTo>
                    <a:pt x="10" y="1410"/>
                  </a:lnTo>
                  <a:lnTo>
                    <a:pt x="5" y="1372"/>
                  </a:lnTo>
                  <a:lnTo>
                    <a:pt x="2" y="1331"/>
                  </a:lnTo>
                  <a:lnTo>
                    <a:pt x="1" y="1291"/>
                  </a:lnTo>
                  <a:lnTo>
                    <a:pt x="0" y="1251"/>
                  </a:lnTo>
                  <a:lnTo>
                    <a:pt x="0" y="1055"/>
                  </a:lnTo>
                  <a:lnTo>
                    <a:pt x="1" y="1013"/>
                  </a:lnTo>
                  <a:lnTo>
                    <a:pt x="2" y="973"/>
                  </a:lnTo>
                  <a:lnTo>
                    <a:pt x="5" y="934"/>
                  </a:lnTo>
                  <a:lnTo>
                    <a:pt x="10" y="894"/>
                  </a:lnTo>
                  <a:lnTo>
                    <a:pt x="14" y="857"/>
                  </a:lnTo>
                  <a:lnTo>
                    <a:pt x="20" y="820"/>
                  </a:lnTo>
                  <a:lnTo>
                    <a:pt x="27" y="782"/>
                  </a:lnTo>
                  <a:lnTo>
                    <a:pt x="36" y="747"/>
                  </a:lnTo>
                  <a:lnTo>
                    <a:pt x="46" y="711"/>
                  </a:lnTo>
                  <a:lnTo>
                    <a:pt x="56" y="676"/>
                  </a:lnTo>
                  <a:lnTo>
                    <a:pt x="67" y="643"/>
                  </a:lnTo>
                  <a:lnTo>
                    <a:pt x="80" y="610"/>
                  </a:lnTo>
                  <a:lnTo>
                    <a:pt x="95" y="577"/>
                  </a:lnTo>
                  <a:lnTo>
                    <a:pt x="109" y="546"/>
                  </a:lnTo>
                  <a:lnTo>
                    <a:pt x="125" y="516"/>
                  </a:lnTo>
                  <a:lnTo>
                    <a:pt x="142" y="486"/>
                  </a:lnTo>
                  <a:lnTo>
                    <a:pt x="161" y="457"/>
                  </a:lnTo>
                  <a:lnTo>
                    <a:pt x="180" y="428"/>
                  </a:lnTo>
                  <a:lnTo>
                    <a:pt x="198" y="401"/>
                  </a:lnTo>
                  <a:lnTo>
                    <a:pt x="220" y="374"/>
                  </a:lnTo>
                  <a:lnTo>
                    <a:pt x="241" y="350"/>
                  </a:lnTo>
                  <a:lnTo>
                    <a:pt x="263" y="324"/>
                  </a:lnTo>
                  <a:lnTo>
                    <a:pt x="286" y="301"/>
                  </a:lnTo>
                  <a:lnTo>
                    <a:pt x="311" y="278"/>
                  </a:lnTo>
                  <a:lnTo>
                    <a:pt x="335" y="255"/>
                  </a:lnTo>
                  <a:lnTo>
                    <a:pt x="360" y="233"/>
                  </a:lnTo>
                  <a:lnTo>
                    <a:pt x="387" y="213"/>
                  </a:lnTo>
                  <a:lnTo>
                    <a:pt x="414" y="193"/>
                  </a:lnTo>
                  <a:lnTo>
                    <a:pt x="442" y="175"/>
                  </a:lnTo>
                  <a:lnTo>
                    <a:pt x="470" y="157"/>
                  </a:lnTo>
                  <a:lnTo>
                    <a:pt x="499" y="140"/>
                  </a:lnTo>
                  <a:lnTo>
                    <a:pt x="531" y="125"/>
                  </a:lnTo>
                  <a:lnTo>
                    <a:pt x="561" y="109"/>
                  </a:lnTo>
                  <a:lnTo>
                    <a:pt x="593" y="96"/>
                  </a:lnTo>
                  <a:lnTo>
                    <a:pt x="625" y="82"/>
                  </a:lnTo>
                  <a:lnTo>
                    <a:pt x="658" y="70"/>
                  </a:lnTo>
                  <a:lnTo>
                    <a:pt x="691" y="59"/>
                  </a:lnTo>
                  <a:lnTo>
                    <a:pt x="724" y="49"/>
                  </a:lnTo>
                  <a:lnTo>
                    <a:pt x="758" y="40"/>
                  </a:lnTo>
                  <a:lnTo>
                    <a:pt x="792" y="31"/>
                  </a:lnTo>
                  <a:lnTo>
                    <a:pt x="828" y="24"/>
                  </a:lnTo>
                  <a:lnTo>
                    <a:pt x="862" y="17"/>
                  </a:lnTo>
                  <a:lnTo>
                    <a:pt x="898" y="13"/>
                  </a:lnTo>
                  <a:lnTo>
                    <a:pt x="936" y="8"/>
                  </a:lnTo>
                  <a:lnTo>
                    <a:pt x="972" y="4"/>
                  </a:lnTo>
                  <a:lnTo>
                    <a:pt x="1009" y="1"/>
                  </a:lnTo>
                  <a:lnTo>
                    <a:pt x="1046" y="0"/>
                  </a:lnTo>
                  <a:lnTo>
                    <a:pt x="1085" y="0"/>
                  </a:lnTo>
                  <a:lnTo>
                    <a:pt x="1124" y="0"/>
                  </a:lnTo>
                  <a:lnTo>
                    <a:pt x="1162" y="1"/>
                  </a:lnTo>
                  <a:lnTo>
                    <a:pt x="1199" y="4"/>
                  </a:lnTo>
                  <a:lnTo>
                    <a:pt x="1237" y="8"/>
                  </a:lnTo>
                  <a:lnTo>
                    <a:pt x="1273" y="13"/>
                  </a:lnTo>
                  <a:lnTo>
                    <a:pt x="1309" y="17"/>
                  </a:lnTo>
                  <a:lnTo>
                    <a:pt x="1343" y="24"/>
                  </a:lnTo>
                  <a:lnTo>
                    <a:pt x="1379" y="31"/>
                  </a:lnTo>
                  <a:lnTo>
                    <a:pt x="1414" y="40"/>
                  </a:lnTo>
                  <a:lnTo>
                    <a:pt x="1447" y="49"/>
                  </a:lnTo>
                  <a:lnTo>
                    <a:pt x="1480" y="59"/>
                  </a:lnTo>
                  <a:lnTo>
                    <a:pt x="1513" y="70"/>
                  </a:lnTo>
                  <a:lnTo>
                    <a:pt x="1546" y="82"/>
                  </a:lnTo>
                  <a:lnTo>
                    <a:pt x="1578" y="96"/>
                  </a:lnTo>
                  <a:lnTo>
                    <a:pt x="1609" y="109"/>
                  </a:lnTo>
                  <a:lnTo>
                    <a:pt x="1641" y="125"/>
                  </a:lnTo>
                  <a:lnTo>
                    <a:pt x="1671" y="140"/>
                  </a:lnTo>
                  <a:lnTo>
                    <a:pt x="1700" y="157"/>
                  </a:lnTo>
                  <a:lnTo>
                    <a:pt x="1729" y="175"/>
                  </a:lnTo>
                  <a:lnTo>
                    <a:pt x="1758" y="193"/>
                  </a:lnTo>
                  <a:lnTo>
                    <a:pt x="1784" y="213"/>
                  </a:lnTo>
                  <a:lnTo>
                    <a:pt x="1811" y="233"/>
                  </a:lnTo>
                  <a:lnTo>
                    <a:pt x="1836" y="255"/>
                  </a:lnTo>
                  <a:lnTo>
                    <a:pt x="1860" y="278"/>
                  </a:lnTo>
                  <a:lnTo>
                    <a:pt x="1885" y="301"/>
                  </a:lnTo>
                  <a:lnTo>
                    <a:pt x="1908" y="324"/>
                  </a:lnTo>
                  <a:lnTo>
                    <a:pt x="1929" y="350"/>
                  </a:lnTo>
                  <a:lnTo>
                    <a:pt x="1951" y="374"/>
                  </a:lnTo>
                  <a:lnTo>
                    <a:pt x="1972" y="401"/>
                  </a:lnTo>
                  <a:lnTo>
                    <a:pt x="1991" y="428"/>
                  </a:lnTo>
                  <a:lnTo>
                    <a:pt x="2011" y="457"/>
                  </a:lnTo>
                  <a:lnTo>
                    <a:pt x="2029" y="486"/>
                  </a:lnTo>
                  <a:lnTo>
                    <a:pt x="2046" y="516"/>
                  </a:lnTo>
                  <a:lnTo>
                    <a:pt x="2062" y="546"/>
                  </a:lnTo>
                  <a:lnTo>
                    <a:pt x="2077" y="577"/>
                  </a:lnTo>
                  <a:lnTo>
                    <a:pt x="2090" y="610"/>
                  </a:lnTo>
                  <a:lnTo>
                    <a:pt x="2103" y="643"/>
                  </a:lnTo>
                  <a:lnTo>
                    <a:pt x="2115" y="676"/>
                  </a:lnTo>
                  <a:lnTo>
                    <a:pt x="2125" y="711"/>
                  </a:lnTo>
                  <a:lnTo>
                    <a:pt x="2135" y="747"/>
                  </a:lnTo>
                  <a:lnTo>
                    <a:pt x="2144" y="782"/>
                  </a:lnTo>
                  <a:lnTo>
                    <a:pt x="2151" y="820"/>
                  </a:lnTo>
                  <a:lnTo>
                    <a:pt x="2157" y="857"/>
                  </a:lnTo>
                  <a:lnTo>
                    <a:pt x="2161" y="894"/>
                  </a:lnTo>
                  <a:lnTo>
                    <a:pt x="2165" y="934"/>
                  </a:lnTo>
                  <a:lnTo>
                    <a:pt x="2168" y="973"/>
                  </a:lnTo>
                  <a:lnTo>
                    <a:pt x="2170" y="1013"/>
                  </a:lnTo>
                  <a:lnTo>
                    <a:pt x="2171" y="1055"/>
                  </a:lnTo>
                  <a:lnTo>
                    <a:pt x="2171" y="1251"/>
                  </a:lnTo>
                  <a:lnTo>
                    <a:pt x="2170" y="1291"/>
                  </a:lnTo>
                  <a:lnTo>
                    <a:pt x="2168" y="1331"/>
                  </a:lnTo>
                  <a:lnTo>
                    <a:pt x="2165" y="1372"/>
                  </a:lnTo>
                  <a:lnTo>
                    <a:pt x="2162" y="1410"/>
                  </a:lnTo>
                  <a:lnTo>
                    <a:pt x="2157" y="1449"/>
                  </a:lnTo>
                  <a:lnTo>
                    <a:pt x="2151" y="1486"/>
                  </a:lnTo>
                  <a:lnTo>
                    <a:pt x="2144" y="1524"/>
                  </a:lnTo>
                  <a:lnTo>
                    <a:pt x="2135" y="1559"/>
                  </a:lnTo>
                  <a:lnTo>
                    <a:pt x="2125" y="1594"/>
                  </a:lnTo>
                  <a:lnTo>
                    <a:pt x="2115" y="1628"/>
                  </a:lnTo>
                  <a:lnTo>
                    <a:pt x="2103" y="1663"/>
                  </a:lnTo>
                  <a:lnTo>
                    <a:pt x="2090" y="1696"/>
                  </a:lnTo>
                  <a:lnTo>
                    <a:pt x="2077" y="1727"/>
                  </a:lnTo>
                  <a:lnTo>
                    <a:pt x="2062" y="1759"/>
                  </a:lnTo>
                  <a:lnTo>
                    <a:pt x="2046" y="1790"/>
                  </a:lnTo>
                  <a:lnTo>
                    <a:pt x="2029" y="1820"/>
                  </a:lnTo>
                  <a:lnTo>
                    <a:pt x="2011" y="1849"/>
                  </a:lnTo>
                  <a:lnTo>
                    <a:pt x="1991" y="1878"/>
                  </a:lnTo>
                  <a:lnTo>
                    <a:pt x="1972" y="1905"/>
                  </a:lnTo>
                  <a:lnTo>
                    <a:pt x="1951" y="1931"/>
                  </a:lnTo>
                  <a:lnTo>
                    <a:pt x="1929" y="1956"/>
                  </a:lnTo>
                  <a:lnTo>
                    <a:pt x="1908" y="1981"/>
                  </a:lnTo>
                  <a:lnTo>
                    <a:pt x="1885" y="2005"/>
                  </a:lnTo>
                  <a:lnTo>
                    <a:pt x="1860" y="2028"/>
                  </a:lnTo>
                  <a:lnTo>
                    <a:pt x="1836" y="2051"/>
                  </a:lnTo>
                  <a:lnTo>
                    <a:pt x="1811" y="2073"/>
                  </a:lnTo>
                  <a:lnTo>
                    <a:pt x="1784" y="2093"/>
                  </a:lnTo>
                  <a:lnTo>
                    <a:pt x="1758" y="2111"/>
                  </a:lnTo>
                  <a:lnTo>
                    <a:pt x="1729" y="2130"/>
                  </a:lnTo>
                  <a:lnTo>
                    <a:pt x="1700" y="2149"/>
                  </a:lnTo>
                  <a:lnTo>
                    <a:pt x="1671" y="2166"/>
                  </a:lnTo>
                  <a:lnTo>
                    <a:pt x="1641" y="2181"/>
                  </a:lnTo>
                  <a:lnTo>
                    <a:pt x="1602" y="2200"/>
                  </a:lnTo>
                  <a:lnTo>
                    <a:pt x="1563" y="2216"/>
                  </a:lnTo>
                  <a:lnTo>
                    <a:pt x="1523" y="2232"/>
                  </a:lnTo>
                  <a:lnTo>
                    <a:pt x="1483" y="2246"/>
                  </a:lnTo>
                  <a:lnTo>
                    <a:pt x="688" y="2246"/>
                  </a:lnTo>
                  <a:close/>
                  <a:moveTo>
                    <a:pt x="1085" y="1840"/>
                  </a:moveTo>
                  <a:lnTo>
                    <a:pt x="1116" y="1840"/>
                  </a:lnTo>
                  <a:lnTo>
                    <a:pt x="1144" y="1837"/>
                  </a:lnTo>
                  <a:lnTo>
                    <a:pt x="1173" y="1835"/>
                  </a:lnTo>
                  <a:lnTo>
                    <a:pt x="1202" y="1830"/>
                  </a:lnTo>
                  <a:lnTo>
                    <a:pt x="1228" y="1825"/>
                  </a:lnTo>
                  <a:lnTo>
                    <a:pt x="1255" y="1819"/>
                  </a:lnTo>
                  <a:lnTo>
                    <a:pt x="1281" y="1810"/>
                  </a:lnTo>
                  <a:lnTo>
                    <a:pt x="1307" y="1802"/>
                  </a:lnTo>
                  <a:lnTo>
                    <a:pt x="1332" y="1792"/>
                  </a:lnTo>
                  <a:lnTo>
                    <a:pt x="1356" y="1780"/>
                  </a:lnTo>
                  <a:lnTo>
                    <a:pt x="1379" y="1767"/>
                  </a:lnTo>
                  <a:lnTo>
                    <a:pt x="1402" y="1753"/>
                  </a:lnTo>
                  <a:lnTo>
                    <a:pt x="1424" y="1737"/>
                  </a:lnTo>
                  <a:lnTo>
                    <a:pt x="1445" y="1721"/>
                  </a:lnTo>
                  <a:lnTo>
                    <a:pt x="1465" y="1704"/>
                  </a:lnTo>
                  <a:lnTo>
                    <a:pt x="1486" y="1684"/>
                  </a:lnTo>
                  <a:lnTo>
                    <a:pt x="1506" y="1664"/>
                  </a:lnTo>
                  <a:lnTo>
                    <a:pt x="1523" y="1644"/>
                  </a:lnTo>
                  <a:lnTo>
                    <a:pt x="1540" y="1621"/>
                  </a:lnTo>
                  <a:lnTo>
                    <a:pt x="1555" y="1598"/>
                  </a:lnTo>
                  <a:lnTo>
                    <a:pt x="1569" y="1574"/>
                  </a:lnTo>
                  <a:lnTo>
                    <a:pt x="1582" y="1549"/>
                  </a:lnTo>
                  <a:lnTo>
                    <a:pt x="1595" y="1522"/>
                  </a:lnTo>
                  <a:lnTo>
                    <a:pt x="1605" y="1495"/>
                  </a:lnTo>
                  <a:lnTo>
                    <a:pt x="1614" y="1466"/>
                  </a:lnTo>
                  <a:lnTo>
                    <a:pt x="1622" y="1438"/>
                  </a:lnTo>
                  <a:lnTo>
                    <a:pt x="1630" y="1406"/>
                  </a:lnTo>
                  <a:lnTo>
                    <a:pt x="1635" y="1374"/>
                  </a:lnTo>
                  <a:lnTo>
                    <a:pt x="1640" y="1343"/>
                  </a:lnTo>
                  <a:lnTo>
                    <a:pt x="1643" y="1309"/>
                  </a:lnTo>
                  <a:lnTo>
                    <a:pt x="1644" y="1274"/>
                  </a:lnTo>
                  <a:lnTo>
                    <a:pt x="1644" y="1238"/>
                  </a:lnTo>
                  <a:lnTo>
                    <a:pt x="1644" y="1068"/>
                  </a:lnTo>
                  <a:lnTo>
                    <a:pt x="1644" y="1032"/>
                  </a:lnTo>
                  <a:lnTo>
                    <a:pt x="1643" y="997"/>
                  </a:lnTo>
                  <a:lnTo>
                    <a:pt x="1640" y="963"/>
                  </a:lnTo>
                  <a:lnTo>
                    <a:pt x="1635" y="930"/>
                  </a:lnTo>
                  <a:lnTo>
                    <a:pt x="1630" y="899"/>
                  </a:lnTo>
                  <a:lnTo>
                    <a:pt x="1622" y="868"/>
                  </a:lnTo>
                  <a:lnTo>
                    <a:pt x="1615" y="838"/>
                  </a:lnTo>
                  <a:lnTo>
                    <a:pt x="1605" y="811"/>
                  </a:lnTo>
                  <a:lnTo>
                    <a:pt x="1595" y="782"/>
                  </a:lnTo>
                  <a:lnTo>
                    <a:pt x="1584" y="757"/>
                  </a:lnTo>
                  <a:lnTo>
                    <a:pt x="1571" y="731"/>
                  </a:lnTo>
                  <a:lnTo>
                    <a:pt x="1556" y="708"/>
                  </a:lnTo>
                  <a:lnTo>
                    <a:pt x="1542" y="684"/>
                  </a:lnTo>
                  <a:lnTo>
                    <a:pt x="1525" y="662"/>
                  </a:lnTo>
                  <a:lnTo>
                    <a:pt x="1507" y="641"/>
                  </a:lnTo>
                  <a:lnTo>
                    <a:pt x="1489" y="620"/>
                  </a:lnTo>
                  <a:lnTo>
                    <a:pt x="1468" y="602"/>
                  </a:lnTo>
                  <a:lnTo>
                    <a:pt x="1448" y="585"/>
                  </a:lnTo>
                  <a:lnTo>
                    <a:pt x="1427" y="567"/>
                  </a:lnTo>
                  <a:lnTo>
                    <a:pt x="1405" y="553"/>
                  </a:lnTo>
                  <a:lnTo>
                    <a:pt x="1382" y="539"/>
                  </a:lnTo>
                  <a:lnTo>
                    <a:pt x="1357" y="526"/>
                  </a:lnTo>
                  <a:lnTo>
                    <a:pt x="1334" y="514"/>
                  </a:lnTo>
                  <a:lnTo>
                    <a:pt x="1309" y="504"/>
                  </a:lnTo>
                  <a:lnTo>
                    <a:pt x="1284" y="494"/>
                  </a:lnTo>
                  <a:lnTo>
                    <a:pt x="1258" y="487"/>
                  </a:lnTo>
                  <a:lnTo>
                    <a:pt x="1231" y="480"/>
                  </a:lnTo>
                  <a:lnTo>
                    <a:pt x="1203" y="474"/>
                  </a:lnTo>
                  <a:lnTo>
                    <a:pt x="1175" y="470"/>
                  </a:lnTo>
                  <a:lnTo>
                    <a:pt x="1146" y="467"/>
                  </a:lnTo>
                  <a:lnTo>
                    <a:pt x="1116" y="466"/>
                  </a:lnTo>
                  <a:lnTo>
                    <a:pt x="1085" y="466"/>
                  </a:lnTo>
                  <a:lnTo>
                    <a:pt x="1055" y="466"/>
                  </a:lnTo>
                  <a:lnTo>
                    <a:pt x="1026" y="467"/>
                  </a:lnTo>
                  <a:lnTo>
                    <a:pt x="997" y="470"/>
                  </a:lnTo>
                  <a:lnTo>
                    <a:pt x="970" y="474"/>
                  </a:lnTo>
                  <a:lnTo>
                    <a:pt x="943" y="480"/>
                  </a:lnTo>
                  <a:lnTo>
                    <a:pt x="915" y="487"/>
                  </a:lnTo>
                  <a:lnTo>
                    <a:pt x="889" y="494"/>
                  </a:lnTo>
                  <a:lnTo>
                    <a:pt x="864" y="504"/>
                  </a:lnTo>
                  <a:lnTo>
                    <a:pt x="839" y="514"/>
                  </a:lnTo>
                  <a:lnTo>
                    <a:pt x="816" y="526"/>
                  </a:lnTo>
                  <a:lnTo>
                    <a:pt x="792" y="539"/>
                  </a:lnTo>
                  <a:lnTo>
                    <a:pt x="769" y="553"/>
                  </a:lnTo>
                  <a:lnTo>
                    <a:pt x="747" y="567"/>
                  </a:lnTo>
                  <a:lnTo>
                    <a:pt x="725" y="585"/>
                  </a:lnTo>
                  <a:lnTo>
                    <a:pt x="705" y="602"/>
                  </a:lnTo>
                  <a:lnTo>
                    <a:pt x="685" y="620"/>
                  </a:lnTo>
                  <a:lnTo>
                    <a:pt x="665" y="641"/>
                  </a:lnTo>
                  <a:lnTo>
                    <a:pt x="648" y="662"/>
                  </a:lnTo>
                  <a:lnTo>
                    <a:pt x="630" y="684"/>
                  </a:lnTo>
                  <a:lnTo>
                    <a:pt x="616" y="708"/>
                  </a:lnTo>
                  <a:lnTo>
                    <a:pt x="601" y="731"/>
                  </a:lnTo>
                  <a:lnTo>
                    <a:pt x="589" y="757"/>
                  </a:lnTo>
                  <a:lnTo>
                    <a:pt x="576" y="782"/>
                  </a:lnTo>
                  <a:lnTo>
                    <a:pt x="565" y="811"/>
                  </a:lnTo>
                  <a:lnTo>
                    <a:pt x="557" y="838"/>
                  </a:lnTo>
                  <a:lnTo>
                    <a:pt x="548" y="868"/>
                  </a:lnTo>
                  <a:lnTo>
                    <a:pt x="541" y="899"/>
                  </a:lnTo>
                  <a:lnTo>
                    <a:pt x="537" y="930"/>
                  </a:lnTo>
                  <a:lnTo>
                    <a:pt x="532" y="963"/>
                  </a:lnTo>
                  <a:lnTo>
                    <a:pt x="528" y="997"/>
                  </a:lnTo>
                  <a:lnTo>
                    <a:pt x="527" y="1032"/>
                  </a:lnTo>
                  <a:lnTo>
                    <a:pt x="527" y="1068"/>
                  </a:lnTo>
                  <a:lnTo>
                    <a:pt x="527" y="1238"/>
                  </a:lnTo>
                  <a:lnTo>
                    <a:pt x="527" y="1274"/>
                  </a:lnTo>
                  <a:lnTo>
                    <a:pt x="528" y="1309"/>
                  </a:lnTo>
                  <a:lnTo>
                    <a:pt x="532" y="1343"/>
                  </a:lnTo>
                  <a:lnTo>
                    <a:pt x="537" y="1374"/>
                  </a:lnTo>
                  <a:lnTo>
                    <a:pt x="541" y="1406"/>
                  </a:lnTo>
                  <a:lnTo>
                    <a:pt x="548" y="1438"/>
                  </a:lnTo>
                  <a:lnTo>
                    <a:pt x="557" y="1466"/>
                  </a:lnTo>
                  <a:lnTo>
                    <a:pt x="565" y="1495"/>
                  </a:lnTo>
                  <a:lnTo>
                    <a:pt x="576" y="1522"/>
                  </a:lnTo>
                  <a:lnTo>
                    <a:pt x="589" y="1549"/>
                  </a:lnTo>
                  <a:lnTo>
                    <a:pt x="601" y="1574"/>
                  </a:lnTo>
                  <a:lnTo>
                    <a:pt x="616" y="1598"/>
                  </a:lnTo>
                  <a:lnTo>
                    <a:pt x="630" y="1621"/>
                  </a:lnTo>
                  <a:lnTo>
                    <a:pt x="648" y="1644"/>
                  </a:lnTo>
                  <a:lnTo>
                    <a:pt x="665" y="1664"/>
                  </a:lnTo>
                  <a:lnTo>
                    <a:pt x="685" y="1684"/>
                  </a:lnTo>
                  <a:lnTo>
                    <a:pt x="705" y="1704"/>
                  </a:lnTo>
                  <a:lnTo>
                    <a:pt x="725" y="1721"/>
                  </a:lnTo>
                  <a:lnTo>
                    <a:pt x="747" y="1737"/>
                  </a:lnTo>
                  <a:lnTo>
                    <a:pt x="769" y="1753"/>
                  </a:lnTo>
                  <a:lnTo>
                    <a:pt x="792" y="1767"/>
                  </a:lnTo>
                  <a:lnTo>
                    <a:pt x="816" y="1780"/>
                  </a:lnTo>
                  <a:lnTo>
                    <a:pt x="839" y="1792"/>
                  </a:lnTo>
                  <a:lnTo>
                    <a:pt x="864" y="1802"/>
                  </a:lnTo>
                  <a:lnTo>
                    <a:pt x="889" y="1810"/>
                  </a:lnTo>
                  <a:lnTo>
                    <a:pt x="915" y="1819"/>
                  </a:lnTo>
                  <a:lnTo>
                    <a:pt x="943" y="1825"/>
                  </a:lnTo>
                  <a:lnTo>
                    <a:pt x="970" y="1830"/>
                  </a:lnTo>
                  <a:lnTo>
                    <a:pt x="997" y="1835"/>
                  </a:lnTo>
                  <a:lnTo>
                    <a:pt x="1026" y="1837"/>
                  </a:lnTo>
                  <a:lnTo>
                    <a:pt x="1055" y="1840"/>
                  </a:lnTo>
                  <a:lnTo>
                    <a:pt x="1085" y="18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" name="Freeform 23"/>
            <p:cNvSpPr>
              <a:spLocks/>
            </p:cNvSpPr>
            <p:nvPr/>
          </p:nvSpPr>
          <p:spPr bwMode="auto">
            <a:xfrm>
              <a:off x="4765675" y="5681663"/>
              <a:ext cx="1060450" cy="1176338"/>
            </a:xfrm>
            <a:custGeom>
              <a:avLst/>
              <a:gdLst>
                <a:gd name="T0" fmla="*/ 518 w 2003"/>
                <a:gd name="T1" fmla="*/ 33 h 2222"/>
                <a:gd name="T2" fmla="*/ 521 w 2003"/>
                <a:gd name="T3" fmla="*/ 274 h 2222"/>
                <a:gd name="T4" fmla="*/ 535 w 2003"/>
                <a:gd name="T5" fmla="*/ 304 h 2222"/>
                <a:gd name="T6" fmla="*/ 560 w 2003"/>
                <a:gd name="T7" fmla="*/ 323 h 2222"/>
                <a:gd name="T8" fmla="*/ 592 w 2003"/>
                <a:gd name="T9" fmla="*/ 327 h 2222"/>
                <a:gd name="T10" fmla="*/ 626 w 2003"/>
                <a:gd name="T11" fmla="*/ 314 h 2222"/>
                <a:gd name="T12" fmla="*/ 678 w 2003"/>
                <a:gd name="T13" fmla="*/ 264 h 2222"/>
                <a:gd name="T14" fmla="*/ 769 w 2003"/>
                <a:gd name="T15" fmla="*/ 178 h 2222"/>
                <a:gd name="T16" fmla="*/ 867 w 2003"/>
                <a:gd name="T17" fmla="*/ 106 h 2222"/>
                <a:gd name="T18" fmla="*/ 970 w 2003"/>
                <a:gd name="T19" fmla="*/ 50 h 2222"/>
                <a:gd name="T20" fmla="*/ 1081 w 2003"/>
                <a:gd name="T21" fmla="*/ 13 h 2222"/>
                <a:gd name="T22" fmla="*/ 1158 w 2003"/>
                <a:gd name="T23" fmla="*/ 2 h 2222"/>
                <a:gd name="T24" fmla="*/ 1228 w 2003"/>
                <a:gd name="T25" fmla="*/ 0 h 2222"/>
                <a:gd name="T26" fmla="*/ 1316 w 2003"/>
                <a:gd name="T27" fmla="*/ 7 h 2222"/>
                <a:gd name="T28" fmla="*/ 1398 w 2003"/>
                <a:gd name="T29" fmla="*/ 22 h 2222"/>
                <a:gd name="T30" fmla="*/ 1477 w 2003"/>
                <a:gd name="T31" fmla="*/ 43 h 2222"/>
                <a:gd name="T32" fmla="*/ 1552 w 2003"/>
                <a:gd name="T33" fmla="*/ 73 h 2222"/>
                <a:gd name="T34" fmla="*/ 1621 w 2003"/>
                <a:gd name="T35" fmla="*/ 111 h 2222"/>
                <a:gd name="T36" fmla="*/ 1687 w 2003"/>
                <a:gd name="T37" fmla="*/ 155 h 2222"/>
                <a:gd name="T38" fmla="*/ 1746 w 2003"/>
                <a:gd name="T39" fmla="*/ 205 h 2222"/>
                <a:gd name="T40" fmla="*/ 1800 w 2003"/>
                <a:gd name="T41" fmla="*/ 261 h 2222"/>
                <a:gd name="T42" fmla="*/ 1849 w 2003"/>
                <a:gd name="T43" fmla="*/ 323 h 2222"/>
                <a:gd name="T44" fmla="*/ 1890 w 2003"/>
                <a:gd name="T45" fmla="*/ 390 h 2222"/>
                <a:gd name="T46" fmla="*/ 1926 w 2003"/>
                <a:gd name="T47" fmla="*/ 463 h 2222"/>
                <a:gd name="T48" fmla="*/ 1957 w 2003"/>
                <a:gd name="T49" fmla="*/ 541 h 2222"/>
                <a:gd name="T50" fmla="*/ 1978 w 2003"/>
                <a:gd name="T51" fmla="*/ 622 h 2222"/>
                <a:gd name="T52" fmla="*/ 1994 w 2003"/>
                <a:gd name="T53" fmla="*/ 710 h 2222"/>
                <a:gd name="T54" fmla="*/ 2001 w 2003"/>
                <a:gd name="T55" fmla="*/ 801 h 2222"/>
                <a:gd name="T56" fmla="*/ 2003 w 2003"/>
                <a:gd name="T57" fmla="*/ 2222 h 2222"/>
                <a:gd name="T58" fmla="*/ 1477 w 2003"/>
                <a:gd name="T59" fmla="*/ 877 h 2222"/>
                <a:gd name="T60" fmla="*/ 1470 w 2003"/>
                <a:gd name="T61" fmla="*/ 797 h 2222"/>
                <a:gd name="T62" fmla="*/ 1456 w 2003"/>
                <a:gd name="T63" fmla="*/ 724 h 2222"/>
                <a:gd name="T64" fmla="*/ 1433 w 2003"/>
                <a:gd name="T65" fmla="*/ 661 h 2222"/>
                <a:gd name="T66" fmla="*/ 1402 w 2003"/>
                <a:gd name="T67" fmla="*/ 605 h 2222"/>
                <a:gd name="T68" fmla="*/ 1363 w 2003"/>
                <a:gd name="T69" fmla="*/ 556 h 2222"/>
                <a:gd name="T70" fmla="*/ 1316 w 2003"/>
                <a:gd name="T71" fmla="*/ 518 h 2222"/>
                <a:gd name="T72" fmla="*/ 1263 w 2003"/>
                <a:gd name="T73" fmla="*/ 486 h 2222"/>
                <a:gd name="T74" fmla="*/ 1202 w 2003"/>
                <a:gd name="T75" fmla="*/ 463 h 2222"/>
                <a:gd name="T76" fmla="*/ 1136 w 2003"/>
                <a:gd name="T77" fmla="*/ 447 h 2222"/>
                <a:gd name="T78" fmla="*/ 1061 w 2003"/>
                <a:gd name="T79" fmla="*/ 442 h 2222"/>
                <a:gd name="T80" fmla="*/ 976 w 2003"/>
                <a:gd name="T81" fmla="*/ 443 h 2222"/>
                <a:gd name="T82" fmla="*/ 894 w 2003"/>
                <a:gd name="T83" fmla="*/ 456 h 2222"/>
                <a:gd name="T84" fmla="*/ 821 w 2003"/>
                <a:gd name="T85" fmla="*/ 480 h 2222"/>
                <a:gd name="T86" fmla="*/ 753 w 2003"/>
                <a:gd name="T87" fmla="*/ 516 h 2222"/>
                <a:gd name="T88" fmla="*/ 695 w 2003"/>
                <a:gd name="T89" fmla="*/ 564 h 2222"/>
                <a:gd name="T90" fmla="*/ 643 w 2003"/>
                <a:gd name="T91" fmla="*/ 621 h 2222"/>
                <a:gd name="T92" fmla="*/ 602 w 2003"/>
                <a:gd name="T93" fmla="*/ 688 h 2222"/>
                <a:gd name="T94" fmla="*/ 569 w 2003"/>
                <a:gd name="T95" fmla="*/ 764 h 2222"/>
                <a:gd name="T96" fmla="*/ 544 w 2003"/>
                <a:gd name="T97" fmla="*/ 850 h 2222"/>
                <a:gd name="T98" fmla="*/ 531 w 2003"/>
                <a:gd name="T99" fmla="*/ 943 h 2222"/>
                <a:gd name="T100" fmla="*/ 525 w 2003"/>
                <a:gd name="T101" fmla="*/ 1047 h 2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003" h="2222">
                  <a:moveTo>
                    <a:pt x="0" y="2222"/>
                  </a:moveTo>
                  <a:lnTo>
                    <a:pt x="0" y="33"/>
                  </a:lnTo>
                  <a:lnTo>
                    <a:pt x="518" y="33"/>
                  </a:lnTo>
                  <a:lnTo>
                    <a:pt x="518" y="252"/>
                  </a:lnTo>
                  <a:lnTo>
                    <a:pt x="518" y="264"/>
                  </a:lnTo>
                  <a:lnTo>
                    <a:pt x="521" y="274"/>
                  </a:lnTo>
                  <a:lnTo>
                    <a:pt x="524" y="285"/>
                  </a:lnTo>
                  <a:lnTo>
                    <a:pt x="530" y="294"/>
                  </a:lnTo>
                  <a:lnTo>
                    <a:pt x="535" y="304"/>
                  </a:lnTo>
                  <a:lnTo>
                    <a:pt x="543" y="311"/>
                  </a:lnTo>
                  <a:lnTo>
                    <a:pt x="551" y="317"/>
                  </a:lnTo>
                  <a:lnTo>
                    <a:pt x="560" y="323"/>
                  </a:lnTo>
                  <a:lnTo>
                    <a:pt x="570" y="326"/>
                  </a:lnTo>
                  <a:lnTo>
                    <a:pt x="580" y="327"/>
                  </a:lnTo>
                  <a:lnTo>
                    <a:pt x="592" y="327"/>
                  </a:lnTo>
                  <a:lnTo>
                    <a:pt x="603" y="326"/>
                  </a:lnTo>
                  <a:lnTo>
                    <a:pt x="615" y="321"/>
                  </a:lnTo>
                  <a:lnTo>
                    <a:pt x="626" y="314"/>
                  </a:lnTo>
                  <a:lnTo>
                    <a:pt x="638" y="306"/>
                  </a:lnTo>
                  <a:lnTo>
                    <a:pt x="649" y="294"/>
                  </a:lnTo>
                  <a:lnTo>
                    <a:pt x="678" y="264"/>
                  </a:lnTo>
                  <a:lnTo>
                    <a:pt x="708" y="234"/>
                  </a:lnTo>
                  <a:lnTo>
                    <a:pt x="738" y="205"/>
                  </a:lnTo>
                  <a:lnTo>
                    <a:pt x="769" y="178"/>
                  </a:lnTo>
                  <a:lnTo>
                    <a:pt x="800" y="152"/>
                  </a:lnTo>
                  <a:lnTo>
                    <a:pt x="834" y="129"/>
                  </a:lnTo>
                  <a:lnTo>
                    <a:pt x="867" y="106"/>
                  </a:lnTo>
                  <a:lnTo>
                    <a:pt x="900" y="85"/>
                  </a:lnTo>
                  <a:lnTo>
                    <a:pt x="934" y="66"/>
                  </a:lnTo>
                  <a:lnTo>
                    <a:pt x="970" y="50"/>
                  </a:lnTo>
                  <a:lnTo>
                    <a:pt x="1006" y="35"/>
                  </a:lnTo>
                  <a:lnTo>
                    <a:pt x="1042" y="23"/>
                  </a:lnTo>
                  <a:lnTo>
                    <a:pt x="1081" y="13"/>
                  </a:lnTo>
                  <a:lnTo>
                    <a:pt x="1119" y="6"/>
                  </a:lnTo>
                  <a:lnTo>
                    <a:pt x="1139" y="3"/>
                  </a:lnTo>
                  <a:lnTo>
                    <a:pt x="1158" y="2"/>
                  </a:lnTo>
                  <a:lnTo>
                    <a:pt x="1178" y="0"/>
                  </a:lnTo>
                  <a:lnTo>
                    <a:pt x="1198" y="0"/>
                  </a:lnTo>
                  <a:lnTo>
                    <a:pt x="1228" y="0"/>
                  </a:lnTo>
                  <a:lnTo>
                    <a:pt x="1257" y="2"/>
                  </a:lnTo>
                  <a:lnTo>
                    <a:pt x="1287" y="4"/>
                  </a:lnTo>
                  <a:lnTo>
                    <a:pt x="1316" y="7"/>
                  </a:lnTo>
                  <a:lnTo>
                    <a:pt x="1343" y="10"/>
                  </a:lnTo>
                  <a:lnTo>
                    <a:pt x="1371" y="16"/>
                  </a:lnTo>
                  <a:lnTo>
                    <a:pt x="1398" y="22"/>
                  </a:lnTo>
                  <a:lnTo>
                    <a:pt x="1425" y="27"/>
                  </a:lnTo>
                  <a:lnTo>
                    <a:pt x="1451" y="35"/>
                  </a:lnTo>
                  <a:lnTo>
                    <a:pt x="1477" y="43"/>
                  </a:lnTo>
                  <a:lnTo>
                    <a:pt x="1502" y="52"/>
                  </a:lnTo>
                  <a:lnTo>
                    <a:pt x="1528" y="62"/>
                  </a:lnTo>
                  <a:lnTo>
                    <a:pt x="1552" y="73"/>
                  </a:lnTo>
                  <a:lnTo>
                    <a:pt x="1575" y="85"/>
                  </a:lnTo>
                  <a:lnTo>
                    <a:pt x="1598" y="96"/>
                  </a:lnTo>
                  <a:lnTo>
                    <a:pt x="1621" y="111"/>
                  </a:lnTo>
                  <a:lnTo>
                    <a:pt x="1644" y="125"/>
                  </a:lnTo>
                  <a:lnTo>
                    <a:pt x="1666" y="139"/>
                  </a:lnTo>
                  <a:lnTo>
                    <a:pt x="1687" y="155"/>
                  </a:lnTo>
                  <a:lnTo>
                    <a:pt x="1708" y="171"/>
                  </a:lnTo>
                  <a:lnTo>
                    <a:pt x="1728" y="187"/>
                  </a:lnTo>
                  <a:lnTo>
                    <a:pt x="1746" y="205"/>
                  </a:lnTo>
                  <a:lnTo>
                    <a:pt x="1765" y="222"/>
                  </a:lnTo>
                  <a:lnTo>
                    <a:pt x="1782" y="241"/>
                  </a:lnTo>
                  <a:lnTo>
                    <a:pt x="1800" y="261"/>
                  </a:lnTo>
                  <a:lnTo>
                    <a:pt x="1817" y="280"/>
                  </a:lnTo>
                  <a:lnTo>
                    <a:pt x="1833" y="301"/>
                  </a:lnTo>
                  <a:lnTo>
                    <a:pt x="1849" y="323"/>
                  </a:lnTo>
                  <a:lnTo>
                    <a:pt x="1863" y="344"/>
                  </a:lnTo>
                  <a:lnTo>
                    <a:pt x="1878" y="367"/>
                  </a:lnTo>
                  <a:lnTo>
                    <a:pt x="1890" y="390"/>
                  </a:lnTo>
                  <a:lnTo>
                    <a:pt x="1903" y="413"/>
                  </a:lnTo>
                  <a:lnTo>
                    <a:pt x="1915" y="437"/>
                  </a:lnTo>
                  <a:lnTo>
                    <a:pt x="1926" y="463"/>
                  </a:lnTo>
                  <a:lnTo>
                    <a:pt x="1938" y="488"/>
                  </a:lnTo>
                  <a:lnTo>
                    <a:pt x="1947" y="515"/>
                  </a:lnTo>
                  <a:lnTo>
                    <a:pt x="1957" y="541"/>
                  </a:lnTo>
                  <a:lnTo>
                    <a:pt x="1964" y="568"/>
                  </a:lnTo>
                  <a:lnTo>
                    <a:pt x="1971" y="595"/>
                  </a:lnTo>
                  <a:lnTo>
                    <a:pt x="1978" y="622"/>
                  </a:lnTo>
                  <a:lnTo>
                    <a:pt x="1984" y="651"/>
                  </a:lnTo>
                  <a:lnTo>
                    <a:pt x="1990" y="680"/>
                  </a:lnTo>
                  <a:lnTo>
                    <a:pt x="1994" y="710"/>
                  </a:lnTo>
                  <a:lnTo>
                    <a:pt x="1997" y="740"/>
                  </a:lnTo>
                  <a:lnTo>
                    <a:pt x="2000" y="770"/>
                  </a:lnTo>
                  <a:lnTo>
                    <a:pt x="2001" y="801"/>
                  </a:lnTo>
                  <a:lnTo>
                    <a:pt x="2003" y="833"/>
                  </a:lnTo>
                  <a:lnTo>
                    <a:pt x="2003" y="865"/>
                  </a:lnTo>
                  <a:lnTo>
                    <a:pt x="2003" y="2222"/>
                  </a:lnTo>
                  <a:lnTo>
                    <a:pt x="1477" y="2222"/>
                  </a:lnTo>
                  <a:lnTo>
                    <a:pt x="1477" y="906"/>
                  </a:lnTo>
                  <a:lnTo>
                    <a:pt x="1477" y="877"/>
                  </a:lnTo>
                  <a:lnTo>
                    <a:pt x="1476" y="849"/>
                  </a:lnTo>
                  <a:lnTo>
                    <a:pt x="1473" y="823"/>
                  </a:lnTo>
                  <a:lnTo>
                    <a:pt x="1470" y="797"/>
                  </a:lnTo>
                  <a:lnTo>
                    <a:pt x="1466" y="771"/>
                  </a:lnTo>
                  <a:lnTo>
                    <a:pt x="1461" y="747"/>
                  </a:lnTo>
                  <a:lnTo>
                    <a:pt x="1456" y="724"/>
                  </a:lnTo>
                  <a:lnTo>
                    <a:pt x="1448" y="703"/>
                  </a:lnTo>
                  <a:lnTo>
                    <a:pt x="1441" y="681"/>
                  </a:lnTo>
                  <a:lnTo>
                    <a:pt x="1433" y="661"/>
                  </a:lnTo>
                  <a:lnTo>
                    <a:pt x="1424" y="641"/>
                  </a:lnTo>
                  <a:lnTo>
                    <a:pt x="1412" y="622"/>
                  </a:lnTo>
                  <a:lnTo>
                    <a:pt x="1402" y="605"/>
                  </a:lnTo>
                  <a:lnTo>
                    <a:pt x="1389" y="588"/>
                  </a:lnTo>
                  <a:lnTo>
                    <a:pt x="1376" y="572"/>
                  </a:lnTo>
                  <a:lnTo>
                    <a:pt x="1363" y="556"/>
                  </a:lnTo>
                  <a:lnTo>
                    <a:pt x="1348" y="543"/>
                  </a:lnTo>
                  <a:lnTo>
                    <a:pt x="1333" y="529"/>
                  </a:lnTo>
                  <a:lnTo>
                    <a:pt x="1316" y="518"/>
                  </a:lnTo>
                  <a:lnTo>
                    <a:pt x="1299" y="506"/>
                  </a:lnTo>
                  <a:lnTo>
                    <a:pt x="1281" y="496"/>
                  </a:lnTo>
                  <a:lnTo>
                    <a:pt x="1263" y="486"/>
                  </a:lnTo>
                  <a:lnTo>
                    <a:pt x="1244" y="478"/>
                  </a:lnTo>
                  <a:lnTo>
                    <a:pt x="1224" y="469"/>
                  </a:lnTo>
                  <a:lnTo>
                    <a:pt x="1202" y="463"/>
                  </a:lnTo>
                  <a:lnTo>
                    <a:pt x="1181" y="457"/>
                  </a:lnTo>
                  <a:lnTo>
                    <a:pt x="1159" y="452"/>
                  </a:lnTo>
                  <a:lnTo>
                    <a:pt x="1136" y="447"/>
                  </a:lnTo>
                  <a:lnTo>
                    <a:pt x="1111" y="445"/>
                  </a:lnTo>
                  <a:lnTo>
                    <a:pt x="1087" y="442"/>
                  </a:lnTo>
                  <a:lnTo>
                    <a:pt x="1061" y="442"/>
                  </a:lnTo>
                  <a:lnTo>
                    <a:pt x="1035" y="440"/>
                  </a:lnTo>
                  <a:lnTo>
                    <a:pt x="1005" y="442"/>
                  </a:lnTo>
                  <a:lnTo>
                    <a:pt x="976" y="443"/>
                  </a:lnTo>
                  <a:lnTo>
                    <a:pt x="949" y="446"/>
                  </a:lnTo>
                  <a:lnTo>
                    <a:pt x="921" y="450"/>
                  </a:lnTo>
                  <a:lnTo>
                    <a:pt x="894" y="456"/>
                  </a:lnTo>
                  <a:lnTo>
                    <a:pt x="870" y="463"/>
                  </a:lnTo>
                  <a:lnTo>
                    <a:pt x="844" y="472"/>
                  </a:lnTo>
                  <a:lnTo>
                    <a:pt x="821" y="480"/>
                  </a:lnTo>
                  <a:lnTo>
                    <a:pt x="798" y="490"/>
                  </a:lnTo>
                  <a:lnTo>
                    <a:pt x="774" y="503"/>
                  </a:lnTo>
                  <a:lnTo>
                    <a:pt x="753" y="516"/>
                  </a:lnTo>
                  <a:lnTo>
                    <a:pt x="733" y="531"/>
                  </a:lnTo>
                  <a:lnTo>
                    <a:pt x="714" y="546"/>
                  </a:lnTo>
                  <a:lnTo>
                    <a:pt x="695" y="564"/>
                  </a:lnTo>
                  <a:lnTo>
                    <a:pt x="677" y="581"/>
                  </a:lnTo>
                  <a:lnTo>
                    <a:pt x="659" y="601"/>
                  </a:lnTo>
                  <a:lnTo>
                    <a:pt x="643" y="621"/>
                  </a:lnTo>
                  <a:lnTo>
                    <a:pt x="628" y="642"/>
                  </a:lnTo>
                  <a:lnTo>
                    <a:pt x="615" y="665"/>
                  </a:lnTo>
                  <a:lnTo>
                    <a:pt x="602" y="688"/>
                  </a:lnTo>
                  <a:lnTo>
                    <a:pt x="589" y="713"/>
                  </a:lnTo>
                  <a:lnTo>
                    <a:pt x="579" y="738"/>
                  </a:lnTo>
                  <a:lnTo>
                    <a:pt x="569" y="764"/>
                  </a:lnTo>
                  <a:lnTo>
                    <a:pt x="560" y="791"/>
                  </a:lnTo>
                  <a:lnTo>
                    <a:pt x="551" y="820"/>
                  </a:lnTo>
                  <a:lnTo>
                    <a:pt x="544" y="850"/>
                  </a:lnTo>
                  <a:lnTo>
                    <a:pt x="538" y="880"/>
                  </a:lnTo>
                  <a:lnTo>
                    <a:pt x="534" y="912"/>
                  </a:lnTo>
                  <a:lnTo>
                    <a:pt x="531" y="943"/>
                  </a:lnTo>
                  <a:lnTo>
                    <a:pt x="528" y="978"/>
                  </a:lnTo>
                  <a:lnTo>
                    <a:pt x="527" y="1012"/>
                  </a:lnTo>
                  <a:lnTo>
                    <a:pt x="525" y="1047"/>
                  </a:lnTo>
                  <a:lnTo>
                    <a:pt x="525" y="2222"/>
                  </a:lnTo>
                  <a:lnTo>
                    <a:pt x="0" y="22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" name="Freeform 24"/>
            <p:cNvSpPr>
              <a:spLocks noEditPoints="1"/>
            </p:cNvSpPr>
            <p:nvPr/>
          </p:nvSpPr>
          <p:spPr bwMode="auto">
            <a:xfrm>
              <a:off x="6042025" y="5668963"/>
              <a:ext cx="1206500" cy="1189038"/>
            </a:xfrm>
            <a:custGeom>
              <a:avLst/>
              <a:gdLst>
                <a:gd name="T0" fmla="*/ 370 w 2279"/>
                <a:gd name="T1" fmla="*/ 2217 h 2246"/>
                <a:gd name="T2" fmla="*/ 245 w 2279"/>
                <a:gd name="T3" fmla="*/ 2140 h 2246"/>
                <a:gd name="T4" fmla="*/ 144 w 2279"/>
                <a:gd name="T5" fmla="*/ 2041 h 2246"/>
                <a:gd name="T6" fmla="*/ 69 w 2279"/>
                <a:gd name="T7" fmla="*/ 1923 h 2246"/>
                <a:gd name="T8" fmla="*/ 20 w 2279"/>
                <a:gd name="T9" fmla="*/ 1790 h 2246"/>
                <a:gd name="T10" fmla="*/ 1 w 2279"/>
                <a:gd name="T11" fmla="*/ 1644 h 2246"/>
                <a:gd name="T12" fmla="*/ 10 w 2279"/>
                <a:gd name="T13" fmla="*/ 1495 h 2246"/>
                <a:gd name="T14" fmla="*/ 50 w 2279"/>
                <a:gd name="T15" fmla="*/ 1359 h 2246"/>
                <a:gd name="T16" fmla="*/ 118 w 2279"/>
                <a:gd name="T17" fmla="*/ 1237 h 2246"/>
                <a:gd name="T18" fmla="*/ 211 w 2279"/>
                <a:gd name="T19" fmla="*/ 1135 h 2246"/>
                <a:gd name="T20" fmla="*/ 331 w 2279"/>
                <a:gd name="T21" fmla="*/ 1053 h 2246"/>
                <a:gd name="T22" fmla="*/ 543 w 2279"/>
                <a:gd name="T23" fmla="*/ 977 h 2246"/>
                <a:gd name="T24" fmla="*/ 1382 w 2279"/>
                <a:gd name="T25" fmla="*/ 949 h 2246"/>
                <a:gd name="T26" fmla="*/ 1374 w 2279"/>
                <a:gd name="T27" fmla="*/ 669 h 2246"/>
                <a:gd name="T28" fmla="*/ 1339 w 2279"/>
                <a:gd name="T29" fmla="*/ 580 h 2246"/>
                <a:gd name="T30" fmla="*/ 1278 w 2279"/>
                <a:gd name="T31" fmla="*/ 506 h 2246"/>
                <a:gd name="T32" fmla="*/ 1189 w 2279"/>
                <a:gd name="T33" fmla="*/ 453 h 2246"/>
                <a:gd name="T34" fmla="*/ 1070 w 2279"/>
                <a:gd name="T35" fmla="*/ 427 h 2246"/>
                <a:gd name="T36" fmla="*/ 901 w 2279"/>
                <a:gd name="T37" fmla="*/ 431 h 2246"/>
                <a:gd name="T38" fmla="*/ 723 w 2279"/>
                <a:gd name="T39" fmla="*/ 506 h 2246"/>
                <a:gd name="T40" fmla="*/ 639 w 2279"/>
                <a:gd name="T41" fmla="*/ 585 h 2246"/>
                <a:gd name="T42" fmla="*/ 587 w 2279"/>
                <a:gd name="T43" fmla="*/ 675 h 2246"/>
                <a:gd name="T44" fmla="*/ 162 w 2279"/>
                <a:gd name="T45" fmla="*/ 430 h 2246"/>
                <a:gd name="T46" fmla="*/ 317 w 2279"/>
                <a:gd name="T47" fmla="*/ 231 h 2246"/>
                <a:gd name="T48" fmla="*/ 554 w 2279"/>
                <a:gd name="T49" fmla="*/ 80 h 2246"/>
                <a:gd name="T50" fmla="*/ 704 w 2279"/>
                <a:gd name="T51" fmla="*/ 31 h 2246"/>
                <a:gd name="T52" fmla="*/ 1006 w 2279"/>
                <a:gd name="T53" fmla="*/ 0 h 2246"/>
                <a:gd name="T54" fmla="*/ 1289 w 2279"/>
                <a:gd name="T55" fmla="*/ 28 h 2246"/>
                <a:gd name="T56" fmla="*/ 1523 w 2279"/>
                <a:gd name="T57" fmla="*/ 114 h 2246"/>
                <a:gd name="T58" fmla="*/ 1709 w 2279"/>
                <a:gd name="T59" fmla="*/ 256 h 2246"/>
                <a:gd name="T60" fmla="*/ 1831 w 2279"/>
                <a:gd name="T61" fmla="*/ 453 h 2246"/>
                <a:gd name="T62" fmla="*/ 1888 w 2279"/>
                <a:gd name="T63" fmla="*/ 699 h 2246"/>
                <a:gd name="T64" fmla="*/ 1895 w 2279"/>
                <a:gd name="T65" fmla="*/ 1733 h 2246"/>
                <a:gd name="T66" fmla="*/ 1928 w 2279"/>
                <a:gd name="T67" fmla="*/ 1792 h 2246"/>
                <a:gd name="T68" fmla="*/ 1994 w 2279"/>
                <a:gd name="T69" fmla="*/ 1815 h 2246"/>
                <a:gd name="T70" fmla="*/ 1742 w 2279"/>
                <a:gd name="T71" fmla="*/ 2240 h 2246"/>
                <a:gd name="T72" fmla="*/ 1602 w 2279"/>
                <a:gd name="T73" fmla="*/ 2183 h 2246"/>
                <a:gd name="T74" fmla="*/ 1561 w 2279"/>
                <a:gd name="T75" fmla="*/ 2127 h 2246"/>
                <a:gd name="T76" fmla="*/ 1533 w 2279"/>
                <a:gd name="T77" fmla="*/ 1987 h 2246"/>
                <a:gd name="T78" fmla="*/ 1499 w 2279"/>
                <a:gd name="T79" fmla="*/ 1928 h 2246"/>
                <a:gd name="T80" fmla="*/ 1434 w 2279"/>
                <a:gd name="T81" fmla="*/ 1923 h 2246"/>
                <a:gd name="T82" fmla="*/ 1369 w 2279"/>
                <a:gd name="T83" fmla="*/ 2012 h 2246"/>
                <a:gd name="T84" fmla="*/ 1276 w 2279"/>
                <a:gd name="T85" fmla="*/ 2138 h 2246"/>
                <a:gd name="T86" fmla="*/ 1165 w 2279"/>
                <a:gd name="T87" fmla="*/ 2224 h 2246"/>
                <a:gd name="T88" fmla="*/ 936 w 2279"/>
                <a:gd name="T89" fmla="*/ 1879 h 2246"/>
                <a:gd name="T90" fmla="*/ 1083 w 2279"/>
                <a:gd name="T91" fmla="*/ 1850 h 2246"/>
                <a:gd name="T92" fmla="*/ 1206 w 2279"/>
                <a:gd name="T93" fmla="*/ 1787 h 2246"/>
                <a:gd name="T94" fmla="*/ 1303 w 2279"/>
                <a:gd name="T95" fmla="*/ 1684 h 2246"/>
                <a:gd name="T96" fmla="*/ 1362 w 2279"/>
                <a:gd name="T97" fmla="*/ 1539 h 2246"/>
                <a:gd name="T98" fmla="*/ 1382 w 2279"/>
                <a:gd name="T99" fmla="*/ 1382 h 2246"/>
                <a:gd name="T100" fmla="*/ 707 w 2279"/>
                <a:gd name="T101" fmla="*/ 1363 h 2246"/>
                <a:gd name="T102" fmla="*/ 567 w 2279"/>
                <a:gd name="T103" fmla="*/ 1465 h 2246"/>
                <a:gd name="T104" fmla="*/ 524 w 2279"/>
                <a:gd name="T105" fmla="*/ 1611 h 2246"/>
                <a:gd name="T106" fmla="*/ 577 w 2279"/>
                <a:gd name="T107" fmla="*/ 1756 h 2246"/>
                <a:gd name="T108" fmla="*/ 727 w 2279"/>
                <a:gd name="T109" fmla="*/ 1858 h 2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279" h="2246">
                  <a:moveTo>
                    <a:pt x="436" y="2246"/>
                  </a:moveTo>
                  <a:lnTo>
                    <a:pt x="426" y="2242"/>
                  </a:lnTo>
                  <a:lnTo>
                    <a:pt x="414" y="2237"/>
                  </a:lnTo>
                  <a:lnTo>
                    <a:pt x="404" y="2233"/>
                  </a:lnTo>
                  <a:lnTo>
                    <a:pt x="393" y="2229"/>
                  </a:lnTo>
                  <a:lnTo>
                    <a:pt x="370" y="2217"/>
                  </a:lnTo>
                  <a:lnTo>
                    <a:pt x="347" y="2206"/>
                  </a:lnTo>
                  <a:lnTo>
                    <a:pt x="325" y="2194"/>
                  </a:lnTo>
                  <a:lnTo>
                    <a:pt x="305" y="2181"/>
                  </a:lnTo>
                  <a:lnTo>
                    <a:pt x="283" y="2169"/>
                  </a:lnTo>
                  <a:lnTo>
                    <a:pt x="265" y="2154"/>
                  </a:lnTo>
                  <a:lnTo>
                    <a:pt x="245" y="2140"/>
                  </a:lnTo>
                  <a:lnTo>
                    <a:pt x="226" y="2126"/>
                  </a:lnTo>
                  <a:lnTo>
                    <a:pt x="209" y="2110"/>
                  </a:lnTo>
                  <a:lnTo>
                    <a:pt x="191" y="2093"/>
                  </a:lnTo>
                  <a:lnTo>
                    <a:pt x="175" y="2077"/>
                  </a:lnTo>
                  <a:lnTo>
                    <a:pt x="160" y="2058"/>
                  </a:lnTo>
                  <a:lnTo>
                    <a:pt x="144" y="2041"/>
                  </a:lnTo>
                  <a:lnTo>
                    <a:pt x="129" y="2022"/>
                  </a:lnTo>
                  <a:lnTo>
                    <a:pt x="116" y="2004"/>
                  </a:lnTo>
                  <a:lnTo>
                    <a:pt x="103" y="1984"/>
                  </a:lnTo>
                  <a:lnTo>
                    <a:pt x="90" y="1964"/>
                  </a:lnTo>
                  <a:lnTo>
                    <a:pt x="79" y="1944"/>
                  </a:lnTo>
                  <a:lnTo>
                    <a:pt x="69" y="1923"/>
                  </a:lnTo>
                  <a:lnTo>
                    <a:pt x="59" y="1902"/>
                  </a:lnTo>
                  <a:lnTo>
                    <a:pt x="50" y="1880"/>
                  </a:lnTo>
                  <a:lnTo>
                    <a:pt x="42" y="1858"/>
                  </a:lnTo>
                  <a:lnTo>
                    <a:pt x="33" y="1836"/>
                  </a:lnTo>
                  <a:lnTo>
                    <a:pt x="27" y="1813"/>
                  </a:lnTo>
                  <a:lnTo>
                    <a:pt x="20" y="1790"/>
                  </a:lnTo>
                  <a:lnTo>
                    <a:pt x="16" y="1766"/>
                  </a:lnTo>
                  <a:lnTo>
                    <a:pt x="10" y="1743"/>
                  </a:lnTo>
                  <a:lnTo>
                    <a:pt x="7" y="1718"/>
                  </a:lnTo>
                  <a:lnTo>
                    <a:pt x="4" y="1694"/>
                  </a:lnTo>
                  <a:lnTo>
                    <a:pt x="1" y="1668"/>
                  </a:lnTo>
                  <a:lnTo>
                    <a:pt x="1" y="1644"/>
                  </a:lnTo>
                  <a:lnTo>
                    <a:pt x="0" y="1618"/>
                  </a:lnTo>
                  <a:lnTo>
                    <a:pt x="1" y="1594"/>
                  </a:lnTo>
                  <a:lnTo>
                    <a:pt x="1" y="1568"/>
                  </a:lnTo>
                  <a:lnTo>
                    <a:pt x="4" y="1544"/>
                  </a:lnTo>
                  <a:lnTo>
                    <a:pt x="7" y="1519"/>
                  </a:lnTo>
                  <a:lnTo>
                    <a:pt x="10" y="1495"/>
                  </a:lnTo>
                  <a:lnTo>
                    <a:pt x="16" y="1471"/>
                  </a:lnTo>
                  <a:lnTo>
                    <a:pt x="20" y="1448"/>
                  </a:lnTo>
                  <a:lnTo>
                    <a:pt x="27" y="1425"/>
                  </a:lnTo>
                  <a:lnTo>
                    <a:pt x="33" y="1402"/>
                  </a:lnTo>
                  <a:lnTo>
                    <a:pt x="42" y="1380"/>
                  </a:lnTo>
                  <a:lnTo>
                    <a:pt x="50" y="1359"/>
                  </a:lnTo>
                  <a:lnTo>
                    <a:pt x="59" y="1337"/>
                  </a:lnTo>
                  <a:lnTo>
                    <a:pt x="69" y="1316"/>
                  </a:lnTo>
                  <a:lnTo>
                    <a:pt x="80" y="1296"/>
                  </a:lnTo>
                  <a:lnTo>
                    <a:pt x="92" y="1276"/>
                  </a:lnTo>
                  <a:lnTo>
                    <a:pt x="103" y="1256"/>
                  </a:lnTo>
                  <a:lnTo>
                    <a:pt x="118" y="1237"/>
                  </a:lnTo>
                  <a:lnTo>
                    <a:pt x="131" y="1218"/>
                  </a:lnTo>
                  <a:lnTo>
                    <a:pt x="145" y="1201"/>
                  </a:lnTo>
                  <a:lnTo>
                    <a:pt x="161" y="1184"/>
                  </a:lnTo>
                  <a:lnTo>
                    <a:pt x="177" y="1167"/>
                  </a:lnTo>
                  <a:lnTo>
                    <a:pt x="194" y="1151"/>
                  </a:lnTo>
                  <a:lnTo>
                    <a:pt x="211" y="1135"/>
                  </a:lnTo>
                  <a:lnTo>
                    <a:pt x="229" y="1119"/>
                  </a:lnTo>
                  <a:lnTo>
                    <a:pt x="249" y="1105"/>
                  </a:lnTo>
                  <a:lnTo>
                    <a:pt x="268" y="1091"/>
                  </a:lnTo>
                  <a:lnTo>
                    <a:pt x="288" y="1078"/>
                  </a:lnTo>
                  <a:lnTo>
                    <a:pt x="309" y="1065"/>
                  </a:lnTo>
                  <a:lnTo>
                    <a:pt x="331" y="1053"/>
                  </a:lnTo>
                  <a:lnTo>
                    <a:pt x="353" y="1042"/>
                  </a:lnTo>
                  <a:lnTo>
                    <a:pt x="376" y="1032"/>
                  </a:lnTo>
                  <a:lnTo>
                    <a:pt x="399" y="1022"/>
                  </a:lnTo>
                  <a:lnTo>
                    <a:pt x="445" y="1005"/>
                  </a:lnTo>
                  <a:lnTo>
                    <a:pt x="494" y="990"/>
                  </a:lnTo>
                  <a:lnTo>
                    <a:pt x="543" y="977"/>
                  </a:lnTo>
                  <a:lnTo>
                    <a:pt x="593" y="967"/>
                  </a:lnTo>
                  <a:lnTo>
                    <a:pt x="646" y="959"/>
                  </a:lnTo>
                  <a:lnTo>
                    <a:pt x="701" y="953"/>
                  </a:lnTo>
                  <a:lnTo>
                    <a:pt x="757" y="950"/>
                  </a:lnTo>
                  <a:lnTo>
                    <a:pt x="815" y="949"/>
                  </a:lnTo>
                  <a:lnTo>
                    <a:pt x="1382" y="949"/>
                  </a:lnTo>
                  <a:lnTo>
                    <a:pt x="1382" y="755"/>
                  </a:lnTo>
                  <a:lnTo>
                    <a:pt x="1382" y="738"/>
                  </a:lnTo>
                  <a:lnTo>
                    <a:pt x="1381" y="719"/>
                  </a:lnTo>
                  <a:lnTo>
                    <a:pt x="1379" y="702"/>
                  </a:lnTo>
                  <a:lnTo>
                    <a:pt x="1376" y="686"/>
                  </a:lnTo>
                  <a:lnTo>
                    <a:pt x="1374" y="669"/>
                  </a:lnTo>
                  <a:lnTo>
                    <a:pt x="1369" y="653"/>
                  </a:lnTo>
                  <a:lnTo>
                    <a:pt x="1365" y="638"/>
                  </a:lnTo>
                  <a:lnTo>
                    <a:pt x="1359" y="623"/>
                  </a:lnTo>
                  <a:lnTo>
                    <a:pt x="1353" y="608"/>
                  </a:lnTo>
                  <a:lnTo>
                    <a:pt x="1346" y="593"/>
                  </a:lnTo>
                  <a:lnTo>
                    <a:pt x="1339" y="580"/>
                  </a:lnTo>
                  <a:lnTo>
                    <a:pt x="1330" y="566"/>
                  </a:lnTo>
                  <a:lnTo>
                    <a:pt x="1322" y="553"/>
                  </a:lnTo>
                  <a:lnTo>
                    <a:pt x="1312" y="540"/>
                  </a:lnTo>
                  <a:lnTo>
                    <a:pt x="1302" y="529"/>
                  </a:lnTo>
                  <a:lnTo>
                    <a:pt x="1290" y="516"/>
                  </a:lnTo>
                  <a:lnTo>
                    <a:pt x="1278" y="506"/>
                  </a:lnTo>
                  <a:lnTo>
                    <a:pt x="1266" y="494"/>
                  </a:lnTo>
                  <a:lnTo>
                    <a:pt x="1253" y="484"/>
                  </a:lnTo>
                  <a:lnTo>
                    <a:pt x="1238" y="476"/>
                  </a:lnTo>
                  <a:lnTo>
                    <a:pt x="1222" y="467"/>
                  </a:lnTo>
                  <a:lnTo>
                    <a:pt x="1206" y="460"/>
                  </a:lnTo>
                  <a:lnTo>
                    <a:pt x="1189" y="453"/>
                  </a:lnTo>
                  <a:lnTo>
                    <a:pt x="1172" y="447"/>
                  </a:lnTo>
                  <a:lnTo>
                    <a:pt x="1153" y="441"/>
                  </a:lnTo>
                  <a:lnTo>
                    <a:pt x="1133" y="436"/>
                  </a:lnTo>
                  <a:lnTo>
                    <a:pt x="1113" y="433"/>
                  </a:lnTo>
                  <a:lnTo>
                    <a:pt x="1091" y="428"/>
                  </a:lnTo>
                  <a:lnTo>
                    <a:pt x="1070" y="427"/>
                  </a:lnTo>
                  <a:lnTo>
                    <a:pt x="1047" y="424"/>
                  </a:lnTo>
                  <a:lnTo>
                    <a:pt x="1022" y="424"/>
                  </a:lnTo>
                  <a:lnTo>
                    <a:pt x="998" y="423"/>
                  </a:lnTo>
                  <a:lnTo>
                    <a:pt x="966" y="424"/>
                  </a:lnTo>
                  <a:lnTo>
                    <a:pt x="934" y="427"/>
                  </a:lnTo>
                  <a:lnTo>
                    <a:pt x="901" y="431"/>
                  </a:lnTo>
                  <a:lnTo>
                    <a:pt x="870" y="438"/>
                  </a:lnTo>
                  <a:lnTo>
                    <a:pt x="839" y="448"/>
                  </a:lnTo>
                  <a:lnTo>
                    <a:pt x="808" y="459"/>
                  </a:lnTo>
                  <a:lnTo>
                    <a:pt x="779" y="473"/>
                  </a:lnTo>
                  <a:lnTo>
                    <a:pt x="750" y="487"/>
                  </a:lnTo>
                  <a:lnTo>
                    <a:pt x="723" y="506"/>
                  </a:lnTo>
                  <a:lnTo>
                    <a:pt x="697" y="524"/>
                  </a:lnTo>
                  <a:lnTo>
                    <a:pt x="684" y="536"/>
                  </a:lnTo>
                  <a:lnTo>
                    <a:pt x="672" y="547"/>
                  </a:lnTo>
                  <a:lnTo>
                    <a:pt x="661" y="559"/>
                  </a:lnTo>
                  <a:lnTo>
                    <a:pt x="649" y="572"/>
                  </a:lnTo>
                  <a:lnTo>
                    <a:pt x="639" y="585"/>
                  </a:lnTo>
                  <a:lnTo>
                    <a:pt x="629" y="598"/>
                  </a:lnTo>
                  <a:lnTo>
                    <a:pt x="619" y="612"/>
                  </a:lnTo>
                  <a:lnTo>
                    <a:pt x="610" y="626"/>
                  </a:lnTo>
                  <a:lnTo>
                    <a:pt x="602" y="642"/>
                  </a:lnTo>
                  <a:lnTo>
                    <a:pt x="594" y="658"/>
                  </a:lnTo>
                  <a:lnTo>
                    <a:pt x="587" y="675"/>
                  </a:lnTo>
                  <a:lnTo>
                    <a:pt x="580" y="691"/>
                  </a:lnTo>
                  <a:lnTo>
                    <a:pt x="96" y="580"/>
                  </a:lnTo>
                  <a:lnTo>
                    <a:pt x="111" y="542"/>
                  </a:lnTo>
                  <a:lnTo>
                    <a:pt x="125" y="504"/>
                  </a:lnTo>
                  <a:lnTo>
                    <a:pt x="142" y="466"/>
                  </a:lnTo>
                  <a:lnTo>
                    <a:pt x="162" y="430"/>
                  </a:lnTo>
                  <a:lnTo>
                    <a:pt x="183" y="394"/>
                  </a:lnTo>
                  <a:lnTo>
                    <a:pt x="206" y="360"/>
                  </a:lnTo>
                  <a:lnTo>
                    <a:pt x="230" y="325"/>
                  </a:lnTo>
                  <a:lnTo>
                    <a:pt x="258" y="292"/>
                  </a:lnTo>
                  <a:lnTo>
                    <a:pt x="286" y="261"/>
                  </a:lnTo>
                  <a:lnTo>
                    <a:pt x="317" y="231"/>
                  </a:lnTo>
                  <a:lnTo>
                    <a:pt x="351" y="200"/>
                  </a:lnTo>
                  <a:lnTo>
                    <a:pt x="387" y="173"/>
                  </a:lnTo>
                  <a:lnTo>
                    <a:pt x="425" y="147"/>
                  </a:lnTo>
                  <a:lnTo>
                    <a:pt x="465" y="125"/>
                  </a:lnTo>
                  <a:lnTo>
                    <a:pt x="508" y="102"/>
                  </a:lnTo>
                  <a:lnTo>
                    <a:pt x="554" y="80"/>
                  </a:lnTo>
                  <a:lnTo>
                    <a:pt x="577" y="70"/>
                  </a:lnTo>
                  <a:lnTo>
                    <a:pt x="602" y="61"/>
                  </a:lnTo>
                  <a:lnTo>
                    <a:pt x="626" y="53"/>
                  </a:lnTo>
                  <a:lnTo>
                    <a:pt x="652" y="44"/>
                  </a:lnTo>
                  <a:lnTo>
                    <a:pt x="678" y="37"/>
                  </a:lnTo>
                  <a:lnTo>
                    <a:pt x="704" y="31"/>
                  </a:lnTo>
                  <a:lnTo>
                    <a:pt x="731" y="26"/>
                  </a:lnTo>
                  <a:lnTo>
                    <a:pt x="760" y="20"/>
                  </a:lnTo>
                  <a:lnTo>
                    <a:pt x="818" y="11"/>
                  </a:lnTo>
                  <a:lnTo>
                    <a:pt x="878" y="4"/>
                  </a:lnTo>
                  <a:lnTo>
                    <a:pt x="942" y="1"/>
                  </a:lnTo>
                  <a:lnTo>
                    <a:pt x="1006" y="0"/>
                  </a:lnTo>
                  <a:lnTo>
                    <a:pt x="1057" y="0"/>
                  </a:lnTo>
                  <a:lnTo>
                    <a:pt x="1106" y="3"/>
                  </a:lnTo>
                  <a:lnTo>
                    <a:pt x="1153" y="7"/>
                  </a:lnTo>
                  <a:lnTo>
                    <a:pt x="1201" y="13"/>
                  </a:lnTo>
                  <a:lnTo>
                    <a:pt x="1245" y="20"/>
                  </a:lnTo>
                  <a:lnTo>
                    <a:pt x="1289" y="28"/>
                  </a:lnTo>
                  <a:lnTo>
                    <a:pt x="1332" y="39"/>
                  </a:lnTo>
                  <a:lnTo>
                    <a:pt x="1372" y="50"/>
                  </a:lnTo>
                  <a:lnTo>
                    <a:pt x="1412" y="64"/>
                  </a:lnTo>
                  <a:lnTo>
                    <a:pt x="1451" y="79"/>
                  </a:lnTo>
                  <a:lnTo>
                    <a:pt x="1487" y="96"/>
                  </a:lnTo>
                  <a:lnTo>
                    <a:pt x="1523" y="114"/>
                  </a:lnTo>
                  <a:lnTo>
                    <a:pt x="1558" y="133"/>
                  </a:lnTo>
                  <a:lnTo>
                    <a:pt x="1591" y="155"/>
                  </a:lnTo>
                  <a:lnTo>
                    <a:pt x="1623" y="178"/>
                  </a:lnTo>
                  <a:lnTo>
                    <a:pt x="1653" y="203"/>
                  </a:lnTo>
                  <a:lnTo>
                    <a:pt x="1682" y="229"/>
                  </a:lnTo>
                  <a:lnTo>
                    <a:pt x="1709" y="256"/>
                  </a:lnTo>
                  <a:lnTo>
                    <a:pt x="1734" y="285"/>
                  </a:lnTo>
                  <a:lnTo>
                    <a:pt x="1758" y="317"/>
                  </a:lnTo>
                  <a:lnTo>
                    <a:pt x="1778" y="348"/>
                  </a:lnTo>
                  <a:lnTo>
                    <a:pt x="1798" y="381"/>
                  </a:lnTo>
                  <a:lnTo>
                    <a:pt x="1816" y="416"/>
                  </a:lnTo>
                  <a:lnTo>
                    <a:pt x="1831" y="453"/>
                  </a:lnTo>
                  <a:lnTo>
                    <a:pt x="1846" y="490"/>
                  </a:lnTo>
                  <a:lnTo>
                    <a:pt x="1857" y="529"/>
                  </a:lnTo>
                  <a:lnTo>
                    <a:pt x="1867" y="569"/>
                  </a:lnTo>
                  <a:lnTo>
                    <a:pt x="1876" y="610"/>
                  </a:lnTo>
                  <a:lnTo>
                    <a:pt x="1883" y="655"/>
                  </a:lnTo>
                  <a:lnTo>
                    <a:pt x="1888" y="699"/>
                  </a:lnTo>
                  <a:lnTo>
                    <a:pt x="1890" y="745"/>
                  </a:lnTo>
                  <a:lnTo>
                    <a:pt x="1892" y="793"/>
                  </a:lnTo>
                  <a:lnTo>
                    <a:pt x="1892" y="1690"/>
                  </a:lnTo>
                  <a:lnTo>
                    <a:pt x="1892" y="1706"/>
                  </a:lnTo>
                  <a:lnTo>
                    <a:pt x="1893" y="1720"/>
                  </a:lnTo>
                  <a:lnTo>
                    <a:pt x="1895" y="1733"/>
                  </a:lnTo>
                  <a:lnTo>
                    <a:pt x="1899" y="1744"/>
                  </a:lnTo>
                  <a:lnTo>
                    <a:pt x="1903" y="1756"/>
                  </a:lnTo>
                  <a:lnTo>
                    <a:pt x="1908" y="1766"/>
                  </a:lnTo>
                  <a:lnTo>
                    <a:pt x="1914" y="1776"/>
                  </a:lnTo>
                  <a:lnTo>
                    <a:pt x="1921" y="1783"/>
                  </a:lnTo>
                  <a:lnTo>
                    <a:pt x="1928" y="1792"/>
                  </a:lnTo>
                  <a:lnTo>
                    <a:pt x="1937" y="1797"/>
                  </a:lnTo>
                  <a:lnTo>
                    <a:pt x="1947" y="1803"/>
                  </a:lnTo>
                  <a:lnTo>
                    <a:pt x="1957" y="1807"/>
                  </a:lnTo>
                  <a:lnTo>
                    <a:pt x="1968" y="1810"/>
                  </a:lnTo>
                  <a:lnTo>
                    <a:pt x="1981" y="1813"/>
                  </a:lnTo>
                  <a:lnTo>
                    <a:pt x="1994" y="1815"/>
                  </a:lnTo>
                  <a:lnTo>
                    <a:pt x="2009" y="1815"/>
                  </a:lnTo>
                  <a:lnTo>
                    <a:pt x="2279" y="1815"/>
                  </a:lnTo>
                  <a:lnTo>
                    <a:pt x="2279" y="2246"/>
                  </a:lnTo>
                  <a:lnTo>
                    <a:pt x="1806" y="2246"/>
                  </a:lnTo>
                  <a:lnTo>
                    <a:pt x="1772" y="2243"/>
                  </a:lnTo>
                  <a:lnTo>
                    <a:pt x="1742" y="2240"/>
                  </a:lnTo>
                  <a:lnTo>
                    <a:pt x="1713" y="2235"/>
                  </a:lnTo>
                  <a:lnTo>
                    <a:pt x="1687" y="2227"/>
                  </a:lnTo>
                  <a:lnTo>
                    <a:pt x="1663" y="2219"/>
                  </a:lnTo>
                  <a:lnTo>
                    <a:pt x="1640" y="2209"/>
                  </a:lnTo>
                  <a:lnTo>
                    <a:pt x="1620" y="2197"/>
                  </a:lnTo>
                  <a:lnTo>
                    <a:pt x="1602" y="2183"/>
                  </a:lnTo>
                  <a:lnTo>
                    <a:pt x="1594" y="2174"/>
                  </a:lnTo>
                  <a:lnTo>
                    <a:pt x="1587" y="2167"/>
                  </a:lnTo>
                  <a:lnTo>
                    <a:pt x="1579" y="2157"/>
                  </a:lnTo>
                  <a:lnTo>
                    <a:pt x="1572" y="2149"/>
                  </a:lnTo>
                  <a:lnTo>
                    <a:pt x="1566" y="2138"/>
                  </a:lnTo>
                  <a:lnTo>
                    <a:pt x="1561" y="2127"/>
                  </a:lnTo>
                  <a:lnTo>
                    <a:pt x="1556" y="2116"/>
                  </a:lnTo>
                  <a:lnTo>
                    <a:pt x="1551" y="2104"/>
                  </a:lnTo>
                  <a:lnTo>
                    <a:pt x="1543" y="2078"/>
                  </a:lnTo>
                  <a:lnTo>
                    <a:pt x="1538" y="2051"/>
                  </a:lnTo>
                  <a:lnTo>
                    <a:pt x="1535" y="2021"/>
                  </a:lnTo>
                  <a:lnTo>
                    <a:pt x="1533" y="1987"/>
                  </a:lnTo>
                  <a:lnTo>
                    <a:pt x="1532" y="1974"/>
                  </a:lnTo>
                  <a:lnTo>
                    <a:pt x="1529" y="1962"/>
                  </a:lnTo>
                  <a:lnTo>
                    <a:pt x="1523" y="1951"/>
                  </a:lnTo>
                  <a:lnTo>
                    <a:pt x="1516" y="1942"/>
                  </a:lnTo>
                  <a:lnTo>
                    <a:pt x="1509" y="1934"/>
                  </a:lnTo>
                  <a:lnTo>
                    <a:pt x="1499" y="1928"/>
                  </a:lnTo>
                  <a:lnTo>
                    <a:pt x="1489" y="1922"/>
                  </a:lnTo>
                  <a:lnTo>
                    <a:pt x="1479" y="1919"/>
                  </a:lnTo>
                  <a:lnTo>
                    <a:pt x="1467" y="1918"/>
                  </a:lnTo>
                  <a:lnTo>
                    <a:pt x="1456" y="1918"/>
                  </a:lnTo>
                  <a:lnTo>
                    <a:pt x="1444" y="1919"/>
                  </a:lnTo>
                  <a:lnTo>
                    <a:pt x="1434" y="1923"/>
                  </a:lnTo>
                  <a:lnTo>
                    <a:pt x="1424" y="1929"/>
                  </a:lnTo>
                  <a:lnTo>
                    <a:pt x="1414" y="1938"/>
                  </a:lnTo>
                  <a:lnTo>
                    <a:pt x="1405" y="1948"/>
                  </a:lnTo>
                  <a:lnTo>
                    <a:pt x="1398" y="1961"/>
                  </a:lnTo>
                  <a:lnTo>
                    <a:pt x="1384" y="1987"/>
                  </a:lnTo>
                  <a:lnTo>
                    <a:pt x="1369" y="2012"/>
                  </a:lnTo>
                  <a:lnTo>
                    <a:pt x="1355" y="2037"/>
                  </a:lnTo>
                  <a:lnTo>
                    <a:pt x="1340" y="2058"/>
                  </a:lnTo>
                  <a:lnTo>
                    <a:pt x="1325" y="2080"/>
                  </a:lnTo>
                  <a:lnTo>
                    <a:pt x="1309" y="2101"/>
                  </a:lnTo>
                  <a:lnTo>
                    <a:pt x="1293" y="2120"/>
                  </a:lnTo>
                  <a:lnTo>
                    <a:pt x="1276" y="2138"/>
                  </a:lnTo>
                  <a:lnTo>
                    <a:pt x="1258" y="2156"/>
                  </a:lnTo>
                  <a:lnTo>
                    <a:pt x="1241" y="2171"/>
                  </a:lnTo>
                  <a:lnTo>
                    <a:pt x="1224" y="2186"/>
                  </a:lnTo>
                  <a:lnTo>
                    <a:pt x="1204" y="2200"/>
                  </a:lnTo>
                  <a:lnTo>
                    <a:pt x="1185" y="2213"/>
                  </a:lnTo>
                  <a:lnTo>
                    <a:pt x="1165" y="2224"/>
                  </a:lnTo>
                  <a:lnTo>
                    <a:pt x="1145" y="2236"/>
                  </a:lnTo>
                  <a:lnTo>
                    <a:pt x="1124" y="2246"/>
                  </a:lnTo>
                  <a:lnTo>
                    <a:pt x="436" y="2246"/>
                  </a:lnTo>
                  <a:close/>
                  <a:moveTo>
                    <a:pt x="881" y="1882"/>
                  </a:moveTo>
                  <a:lnTo>
                    <a:pt x="908" y="1880"/>
                  </a:lnTo>
                  <a:lnTo>
                    <a:pt x="936" y="1879"/>
                  </a:lnTo>
                  <a:lnTo>
                    <a:pt x="962" y="1878"/>
                  </a:lnTo>
                  <a:lnTo>
                    <a:pt x="986" y="1873"/>
                  </a:lnTo>
                  <a:lnTo>
                    <a:pt x="1012" y="1869"/>
                  </a:lnTo>
                  <a:lnTo>
                    <a:pt x="1035" y="1865"/>
                  </a:lnTo>
                  <a:lnTo>
                    <a:pt x="1060" y="1858"/>
                  </a:lnTo>
                  <a:lnTo>
                    <a:pt x="1083" y="1850"/>
                  </a:lnTo>
                  <a:lnTo>
                    <a:pt x="1104" y="1843"/>
                  </a:lnTo>
                  <a:lnTo>
                    <a:pt x="1126" y="1833"/>
                  </a:lnTo>
                  <a:lnTo>
                    <a:pt x="1147" y="1823"/>
                  </a:lnTo>
                  <a:lnTo>
                    <a:pt x="1168" y="1813"/>
                  </a:lnTo>
                  <a:lnTo>
                    <a:pt x="1186" y="1800"/>
                  </a:lnTo>
                  <a:lnTo>
                    <a:pt x="1206" y="1787"/>
                  </a:lnTo>
                  <a:lnTo>
                    <a:pt x="1225" y="1774"/>
                  </a:lnTo>
                  <a:lnTo>
                    <a:pt x="1242" y="1759"/>
                  </a:lnTo>
                  <a:lnTo>
                    <a:pt x="1260" y="1743"/>
                  </a:lnTo>
                  <a:lnTo>
                    <a:pt x="1276" y="1724"/>
                  </a:lnTo>
                  <a:lnTo>
                    <a:pt x="1290" y="1706"/>
                  </a:lnTo>
                  <a:lnTo>
                    <a:pt x="1303" y="1684"/>
                  </a:lnTo>
                  <a:lnTo>
                    <a:pt x="1316" y="1663"/>
                  </a:lnTo>
                  <a:lnTo>
                    <a:pt x="1327" y="1640"/>
                  </a:lnTo>
                  <a:lnTo>
                    <a:pt x="1338" y="1615"/>
                  </a:lnTo>
                  <a:lnTo>
                    <a:pt x="1348" y="1591"/>
                  </a:lnTo>
                  <a:lnTo>
                    <a:pt x="1355" y="1565"/>
                  </a:lnTo>
                  <a:lnTo>
                    <a:pt x="1362" y="1539"/>
                  </a:lnTo>
                  <a:lnTo>
                    <a:pt x="1368" y="1512"/>
                  </a:lnTo>
                  <a:lnTo>
                    <a:pt x="1374" y="1486"/>
                  </a:lnTo>
                  <a:lnTo>
                    <a:pt x="1378" y="1459"/>
                  </a:lnTo>
                  <a:lnTo>
                    <a:pt x="1379" y="1433"/>
                  </a:lnTo>
                  <a:lnTo>
                    <a:pt x="1382" y="1407"/>
                  </a:lnTo>
                  <a:lnTo>
                    <a:pt x="1382" y="1382"/>
                  </a:lnTo>
                  <a:lnTo>
                    <a:pt x="1382" y="1340"/>
                  </a:lnTo>
                  <a:lnTo>
                    <a:pt x="852" y="1340"/>
                  </a:lnTo>
                  <a:lnTo>
                    <a:pt x="812" y="1342"/>
                  </a:lnTo>
                  <a:lnTo>
                    <a:pt x="773" y="1346"/>
                  </a:lnTo>
                  <a:lnTo>
                    <a:pt x="738" y="1353"/>
                  </a:lnTo>
                  <a:lnTo>
                    <a:pt x="707" y="1363"/>
                  </a:lnTo>
                  <a:lnTo>
                    <a:pt x="677" y="1374"/>
                  </a:lnTo>
                  <a:lnTo>
                    <a:pt x="649" y="1390"/>
                  </a:lnTo>
                  <a:lnTo>
                    <a:pt x="625" y="1406"/>
                  </a:lnTo>
                  <a:lnTo>
                    <a:pt x="603" y="1425"/>
                  </a:lnTo>
                  <a:lnTo>
                    <a:pt x="583" y="1445"/>
                  </a:lnTo>
                  <a:lnTo>
                    <a:pt x="567" y="1465"/>
                  </a:lnTo>
                  <a:lnTo>
                    <a:pt x="553" y="1488"/>
                  </a:lnTo>
                  <a:lnTo>
                    <a:pt x="543" y="1511"/>
                  </a:lnTo>
                  <a:lnTo>
                    <a:pt x="534" y="1535"/>
                  </a:lnTo>
                  <a:lnTo>
                    <a:pt x="528" y="1559"/>
                  </a:lnTo>
                  <a:lnTo>
                    <a:pt x="525" y="1585"/>
                  </a:lnTo>
                  <a:lnTo>
                    <a:pt x="524" y="1611"/>
                  </a:lnTo>
                  <a:lnTo>
                    <a:pt x="527" y="1635"/>
                  </a:lnTo>
                  <a:lnTo>
                    <a:pt x="531" y="1661"/>
                  </a:lnTo>
                  <a:lnTo>
                    <a:pt x="538" y="1686"/>
                  </a:lnTo>
                  <a:lnTo>
                    <a:pt x="548" y="1710"/>
                  </a:lnTo>
                  <a:lnTo>
                    <a:pt x="561" y="1733"/>
                  </a:lnTo>
                  <a:lnTo>
                    <a:pt x="577" y="1756"/>
                  </a:lnTo>
                  <a:lnTo>
                    <a:pt x="596" y="1777"/>
                  </a:lnTo>
                  <a:lnTo>
                    <a:pt x="618" y="1797"/>
                  </a:lnTo>
                  <a:lnTo>
                    <a:pt x="641" y="1815"/>
                  </a:lnTo>
                  <a:lnTo>
                    <a:pt x="666" y="1832"/>
                  </a:lnTo>
                  <a:lnTo>
                    <a:pt x="695" y="1846"/>
                  </a:lnTo>
                  <a:lnTo>
                    <a:pt x="727" y="1858"/>
                  </a:lnTo>
                  <a:lnTo>
                    <a:pt x="762" y="1868"/>
                  </a:lnTo>
                  <a:lnTo>
                    <a:pt x="799" y="1875"/>
                  </a:lnTo>
                  <a:lnTo>
                    <a:pt x="839" y="1880"/>
                  </a:lnTo>
                  <a:lnTo>
                    <a:pt x="881" y="18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" name="Freeform 25"/>
            <p:cNvSpPr>
              <a:spLocks/>
            </p:cNvSpPr>
            <p:nvPr/>
          </p:nvSpPr>
          <p:spPr bwMode="auto">
            <a:xfrm>
              <a:off x="11131550" y="5251450"/>
              <a:ext cx="1060450" cy="1606550"/>
            </a:xfrm>
            <a:custGeom>
              <a:avLst/>
              <a:gdLst>
                <a:gd name="T0" fmla="*/ 518 w 2003"/>
                <a:gd name="T1" fmla="*/ 0 h 3036"/>
                <a:gd name="T2" fmla="*/ 523 w 2003"/>
                <a:gd name="T3" fmla="*/ 1081 h 3036"/>
                <a:gd name="T4" fmla="*/ 540 w 2003"/>
                <a:gd name="T5" fmla="*/ 1115 h 3036"/>
                <a:gd name="T6" fmla="*/ 567 w 2003"/>
                <a:gd name="T7" fmla="*/ 1132 h 3036"/>
                <a:gd name="T8" fmla="*/ 602 w 2003"/>
                <a:gd name="T9" fmla="*/ 1132 h 3036"/>
                <a:gd name="T10" fmla="*/ 639 w 2003"/>
                <a:gd name="T11" fmla="*/ 1115 h 3036"/>
                <a:gd name="T12" fmla="*/ 694 w 2003"/>
                <a:gd name="T13" fmla="*/ 1062 h 3036"/>
                <a:gd name="T14" fmla="*/ 788 w 2003"/>
                <a:gd name="T15" fmla="*/ 978 h 3036"/>
                <a:gd name="T16" fmla="*/ 884 w 2003"/>
                <a:gd name="T17" fmla="*/ 907 h 3036"/>
                <a:gd name="T18" fmla="*/ 989 w 2003"/>
                <a:gd name="T19" fmla="*/ 854 h 3036"/>
                <a:gd name="T20" fmla="*/ 1084 w 2003"/>
                <a:gd name="T21" fmla="*/ 827 h 3036"/>
                <a:gd name="T22" fmla="*/ 1146 w 2003"/>
                <a:gd name="T23" fmla="*/ 818 h 3036"/>
                <a:gd name="T24" fmla="*/ 1211 w 2003"/>
                <a:gd name="T25" fmla="*/ 817 h 3036"/>
                <a:gd name="T26" fmla="*/ 1331 w 2003"/>
                <a:gd name="T27" fmla="*/ 826 h 3036"/>
                <a:gd name="T28" fmla="*/ 1451 w 2003"/>
                <a:gd name="T29" fmla="*/ 850 h 3036"/>
                <a:gd name="T30" fmla="*/ 1523 w 2003"/>
                <a:gd name="T31" fmla="*/ 876 h 3036"/>
                <a:gd name="T32" fmla="*/ 1597 w 2003"/>
                <a:gd name="T33" fmla="*/ 910 h 3036"/>
                <a:gd name="T34" fmla="*/ 1665 w 2003"/>
                <a:gd name="T35" fmla="*/ 953 h 3036"/>
                <a:gd name="T36" fmla="*/ 1727 w 2003"/>
                <a:gd name="T37" fmla="*/ 1001 h 3036"/>
                <a:gd name="T38" fmla="*/ 1783 w 2003"/>
                <a:gd name="T39" fmla="*/ 1055 h 3036"/>
                <a:gd name="T40" fmla="*/ 1832 w 2003"/>
                <a:gd name="T41" fmla="*/ 1115 h 3036"/>
                <a:gd name="T42" fmla="*/ 1876 w 2003"/>
                <a:gd name="T43" fmla="*/ 1181 h 3036"/>
                <a:gd name="T44" fmla="*/ 1915 w 2003"/>
                <a:gd name="T45" fmla="*/ 1251 h 3036"/>
                <a:gd name="T46" fmla="*/ 1947 w 2003"/>
                <a:gd name="T47" fmla="*/ 1329 h 3036"/>
                <a:gd name="T48" fmla="*/ 1971 w 2003"/>
                <a:gd name="T49" fmla="*/ 1409 h 3036"/>
                <a:gd name="T50" fmla="*/ 1989 w 2003"/>
                <a:gd name="T51" fmla="*/ 1494 h 3036"/>
                <a:gd name="T52" fmla="*/ 2000 w 2003"/>
                <a:gd name="T53" fmla="*/ 1584 h 3036"/>
                <a:gd name="T54" fmla="*/ 2003 w 2003"/>
                <a:gd name="T55" fmla="*/ 1679 h 3036"/>
                <a:gd name="T56" fmla="*/ 1477 w 2003"/>
                <a:gd name="T57" fmla="*/ 1720 h 3036"/>
                <a:gd name="T58" fmla="*/ 1473 w 2003"/>
                <a:gd name="T59" fmla="*/ 1637 h 3036"/>
                <a:gd name="T60" fmla="*/ 1462 w 2003"/>
                <a:gd name="T61" fmla="*/ 1561 h 3036"/>
                <a:gd name="T62" fmla="*/ 1441 w 2003"/>
                <a:gd name="T63" fmla="*/ 1495 h 3036"/>
                <a:gd name="T64" fmla="*/ 1413 w 2003"/>
                <a:gd name="T65" fmla="*/ 1436 h 3036"/>
                <a:gd name="T66" fmla="*/ 1377 w 2003"/>
                <a:gd name="T67" fmla="*/ 1386 h 3036"/>
                <a:gd name="T68" fmla="*/ 1332 w 2003"/>
                <a:gd name="T69" fmla="*/ 1343 h 3036"/>
                <a:gd name="T70" fmla="*/ 1282 w 2003"/>
                <a:gd name="T71" fmla="*/ 1310 h 3036"/>
                <a:gd name="T72" fmla="*/ 1223 w 2003"/>
                <a:gd name="T73" fmla="*/ 1283 h 3036"/>
                <a:gd name="T74" fmla="*/ 1158 w 2003"/>
                <a:gd name="T75" fmla="*/ 1266 h 3036"/>
                <a:gd name="T76" fmla="*/ 1086 w 2003"/>
                <a:gd name="T77" fmla="*/ 1256 h 3036"/>
                <a:gd name="T78" fmla="*/ 1005 w 2003"/>
                <a:gd name="T79" fmla="*/ 1256 h 3036"/>
                <a:gd name="T80" fmla="*/ 920 w 2003"/>
                <a:gd name="T81" fmla="*/ 1264 h 3036"/>
                <a:gd name="T82" fmla="*/ 844 w 2003"/>
                <a:gd name="T83" fmla="*/ 1286 h 3036"/>
                <a:gd name="T84" fmla="*/ 775 w 2003"/>
                <a:gd name="T85" fmla="*/ 1317 h 3036"/>
                <a:gd name="T86" fmla="*/ 713 w 2003"/>
                <a:gd name="T87" fmla="*/ 1360 h 3036"/>
                <a:gd name="T88" fmla="*/ 659 w 2003"/>
                <a:gd name="T89" fmla="*/ 1415 h 3036"/>
                <a:gd name="T90" fmla="*/ 613 w 2003"/>
                <a:gd name="T91" fmla="*/ 1479 h 3036"/>
                <a:gd name="T92" fmla="*/ 577 w 2003"/>
                <a:gd name="T93" fmla="*/ 1552 h 3036"/>
                <a:gd name="T94" fmla="*/ 551 w 2003"/>
                <a:gd name="T95" fmla="*/ 1634 h 3036"/>
                <a:gd name="T96" fmla="*/ 534 w 2003"/>
                <a:gd name="T97" fmla="*/ 1726 h 3036"/>
                <a:gd name="T98" fmla="*/ 526 w 2003"/>
                <a:gd name="T99" fmla="*/ 1826 h 3036"/>
                <a:gd name="T100" fmla="*/ 0 w 2003"/>
                <a:gd name="T101" fmla="*/ 3036 h 3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003" h="3036">
                  <a:moveTo>
                    <a:pt x="0" y="3036"/>
                  </a:moveTo>
                  <a:lnTo>
                    <a:pt x="0" y="0"/>
                  </a:lnTo>
                  <a:lnTo>
                    <a:pt x="518" y="0"/>
                  </a:lnTo>
                  <a:lnTo>
                    <a:pt x="518" y="1049"/>
                  </a:lnTo>
                  <a:lnTo>
                    <a:pt x="520" y="1066"/>
                  </a:lnTo>
                  <a:lnTo>
                    <a:pt x="523" y="1081"/>
                  </a:lnTo>
                  <a:lnTo>
                    <a:pt x="527" y="1095"/>
                  </a:lnTo>
                  <a:lnTo>
                    <a:pt x="533" y="1107"/>
                  </a:lnTo>
                  <a:lnTo>
                    <a:pt x="540" y="1115"/>
                  </a:lnTo>
                  <a:lnTo>
                    <a:pt x="547" y="1122"/>
                  </a:lnTo>
                  <a:lnTo>
                    <a:pt x="557" y="1128"/>
                  </a:lnTo>
                  <a:lnTo>
                    <a:pt x="567" y="1132"/>
                  </a:lnTo>
                  <a:lnTo>
                    <a:pt x="579" y="1134"/>
                  </a:lnTo>
                  <a:lnTo>
                    <a:pt x="590" y="1134"/>
                  </a:lnTo>
                  <a:lnTo>
                    <a:pt x="602" y="1132"/>
                  </a:lnTo>
                  <a:lnTo>
                    <a:pt x="615" y="1128"/>
                  </a:lnTo>
                  <a:lnTo>
                    <a:pt x="626" y="1122"/>
                  </a:lnTo>
                  <a:lnTo>
                    <a:pt x="639" y="1115"/>
                  </a:lnTo>
                  <a:lnTo>
                    <a:pt x="652" y="1105"/>
                  </a:lnTo>
                  <a:lnTo>
                    <a:pt x="664" y="1094"/>
                  </a:lnTo>
                  <a:lnTo>
                    <a:pt x="694" y="1062"/>
                  </a:lnTo>
                  <a:lnTo>
                    <a:pt x="724" y="1032"/>
                  </a:lnTo>
                  <a:lnTo>
                    <a:pt x="756" y="1003"/>
                  </a:lnTo>
                  <a:lnTo>
                    <a:pt x="788" y="978"/>
                  </a:lnTo>
                  <a:lnTo>
                    <a:pt x="819" y="952"/>
                  </a:lnTo>
                  <a:lnTo>
                    <a:pt x="851" y="929"/>
                  </a:lnTo>
                  <a:lnTo>
                    <a:pt x="884" y="907"/>
                  </a:lnTo>
                  <a:lnTo>
                    <a:pt x="919" y="887"/>
                  </a:lnTo>
                  <a:lnTo>
                    <a:pt x="953" y="870"/>
                  </a:lnTo>
                  <a:lnTo>
                    <a:pt x="989" y="854"/>
                  </a:lnTo>
                  <a:lnTo>
                    <a:pt x="1027" y="841"/>
                  </a:lnTo>
                  <a:lnTo>
                    <a:pt x="1066" y="831"/>
                  </a:lnTo>
                  <a:lnTo>
                    <a:pt x="1084" y="827"/>
                  </a:lnTo>
                  <a:lnTo>
                    <a:pt x="1104" y="824"/>
                  </a:lnTo>
                  <a:lnTo>
                    <a:pt x="1126" y="821"/>
                  </a:lnTo>
                  <a:lnTo>
                    <a:pt x="1146" y="818"/>
                  </a:lnTo>
                  <a:lnTo>
                    <a:pt x="1168" y="817"/>
                  </a:lnTo>
                  <a:lnTo>
                    <a:pt x="1189" y="817"/>
                  </a:lnTo>
                  <a:lnTo>
                    <a:pt x="1211" y="817"/>
                  </a:lnTo>
                  <a:lnTo>
                    <a:pt x="1234" y="817"/>
                  </a:lnTo>
                  <a:lnTo>
                    <a:pt x="1282" y="821"/>
                  </a:lnTo>
                  <a:lnTo>
                    <a:pt x="1331" y="826"/>
                  </a:lnTo>
                  <a:lnTo>
                    <a:pt x="1378" y="834"/>
                  </a:lnTo>
                  <a:lnTo>
                    <a:pt x="1427" y="844"/>
                  </a:lnTo>
                  <a:lnTo>
                    <a:pt x="1451" y="850"/>
                  </a:lnTo>
                  <a:lnTo>
                    <a:pt x="1476" y="857"/>
                  </a:lnTo>
                  <a:lnTo>
                    <a:pt x="1500" y="866"/>
                  </a:lnTo>
                  <a:lnTo>
                    <a:pt x="1523" y="876"/>
                  </a:lnTo>
                  <a:lnTo>
                    <a:pt x="1548" y="886"/>
                  </a:lnTo>
                  <a:lnTo>
                    <a:pt x="1572" y="897"/>
                  </a:lnTo>
                  <a:lnTo>
                    <a:pt x="1597" y="910"/>
                  </a:lnTo>
                  <a:lnTo>
                    <a:pt x="1621" y="925"/>
                  </a:lnTo>
                  <a:lnTo>
                    <a:pt x="1643" y="939"/>
                  </a:lnTo>
                  <a:lnTo>
                    <a:pt x="1665" y="953"/>
                  </a:lnTo>
                  <a:lnTo>
                    <a:pt x="1686" y="969"/>
                  </a:lnTo>
                  <a:lnTo>
                    <a:pt x="1706" y="985"/>
                  </a:lnTo>
                  <a:lnTo>
                    <a:pt x="1727" y="1001"/>
                  </a:lnTo>
                  <a:lnTo>
                    <a:pt x="1745" y="1019"/>
                  </a:lnTo>
                  <a:lnTo>
                    <a:pt x="1764" y="1036"/>
                  </a:lnTo>
                  <a:lnTo>
                    <a:pt x="1783" y="1055"/>
                  </a:lnTo>
                  <a:lnTo>
                    <a:pt x="1800" y="1075"/>
                  </a:lnTo>
                  <a:lnTo>
                    <a:pt x="1816" y="1094"/>
                  </a:lnTo>
                  <a:lnTo>
                    <a:pt x="1832" y="1115"/>
                  </a:lnTo>
                  <a:lnTo>
                    <a:pt x="1847" y="1137"/>
                  </a:lnTo>
                  <a:lnTo>
                    <a:pt x="1862" y="1158"/>
                  </a:lnTo>
                  <a:lnTo>
                    <a:pt x="1876" y="1181"/>
                  </a:lnTo>
                  <a:lnTo>
                    <a:pt x="1891" y="1204"/>
                  </a:lnTo>
                  <a:lnTo>
                    <a:pt x="1902" y="1227"/>
                  </a:lnTo>
                  <a:lnTo>
                    <a:pt x="1915" y="1251"/>
                  </a:lnTo>
                  <a:lnTo>
                    <a:pt x="1927" y="1277"/>
                  </a:lnTo>
                  <a:lnTo>
                    <a:pt x="1937" y="1302"/>
                  </a:lnTo>
                  <a:lnTo>
                    <a:pt x="1947" y="1329"/>
                  </a:lnTo>
                  <a:lnTo>
                    <a:pt x="1955" y="1355"/>
                  </a:lnTo>
                  <a:lnTo>
                    <a:pt x="1964" y="1382"/>
                  </a:lnTo>
                  <a:lnTo>
                    <a:pt x="1971" y="1409"/>
                  </a:lnTo>
                  <a:lnTo>
                    <a:pt x="1979" y="1436"/>
                  </a:lnTo>
                  <a:lnTo>
                    <a:pt x="1984" y="1465"/>
                  </a:lnTo>
                  <a:lnTo>
                    <a:pt x="1989" y="1494"/>
                  </a:lnTo>
                  <a:lnTo>
                    <a:pt x="1993" y="1524"/>
                  </a:lnTo>
                  <a:lnTo>
                    <a:pt x="1997" y="1554"/>
                  </a:lnTo>
                  <a:lnTo>
                    <a:pt x="2000" y="1584"/>
                  </a:lnTo>
                  <a:lnTo>
                    <a:pt x="2002" y="1615"/>
                  </a:lnTo>
                  <a:lnTo>
                    <a:pt x="2003" y="1647"/>
                  </a:lnTo>
                  <a:lnTo>
                    <a:pt x="2003" y="1679"/>
                  </a:lnTo>
                  <a:lnTo>
                    <a:pt x="2003" y="3036"/>
                  </a:lnTo>
                  <a:lnTo>
                    <a:pt x="1477" y="3036"/>
                  </a:lnTo>
                  <a:lnTo>
                    <a:pt x="1477" y="1720"/>
                  </a:lnTo>
                  <a:lnTo>
                    <a:pt x="1477" y="1691"/>
                  </a:lnTo>
                  <a:lnTo>
                    <a:pt x="1476" y="1663"/>
                  </a:lnTo>
                  <a:lnTo>
                    <a:pt x="1473" y="1637"/>
                  </a:lnTo>
                  <a:lnTo>
                    <a:pt x="1470" y="1611"/>
                  </a:lnTo>
                  <a:lnTo>
                    <a:pt x="1466" y="1585"/>
                  </a:lnTo>
                  <a:lnTo>
                    <a:pt x="1462" y="1561"/>
                  </a:lnTo>
                  <a:lnTo>
                    <a:pt x="1456" y="1538"/>
                  </a:lnTo>
                  <a:lnTo>
                    <a:pt x="1449" y="1517"/>
                  </a:lnTo>
                  <a:lnTo>
                    <a:pt x="1441" y="1495"/>
                  </a:lnTo>
                  <a:lnTo>
                    <a:pt x="1433" y="1475"/>
                  </a:lnTo>
                  <a:lnTo>
                    <a:pt x="1423" y="1455"/>
                  </a:lnTo>
                  <a:lnTo>
                    <a:pt x="1413" y="1436"/>
                  </a:lnTo>
                  <a:lnTo>
                    <a:pt x="1401" y="1419"/>
                  </a:lnTo>
                  <a:lnTo>
                    <a:pt x="1390" y="1402"/>
                  </a:lnTo>
                  <a:lnTo>
                    <a:pt x="1377" y="1386"/>
                  </a:lnTo>
                  <a:lnTo>
                    <a:pt x="1362" y="1370"/>
                  </a:lnTo>
                  <a:lnTo>
                    <a:pt x="1348" y="1357"/>
                  </a:lnTo>
                  <a:lnTo>
                    <a:pt x="1332" y="1343"/>
                  </a:lnTo>
                  <a:lnTo>
                    <a:pt x="1316" y="1332"/>
                  </a:lnTo>
                  <a:lnTo>
                    <a:pt x="1299" y="1320"/>
                  </a:lnTo>
                  <a:lnTo>
                    <a:pt x="1282" y="1310"/>
                  </a:lnTo>
                  <a:lnTo>
                    <a:pt x="1263" y="1300"/>
                  </a:lnTo>
                  <a:lnTo>
                    <a:pt x="1243" y="1292"/>
                  </a:lnTo>
                  <a:lnTo>
                    <a:pt x="1223" y="1283"/>
                  </a:lnTo>
                  <a:lnTo>
                    <a:pt x="1202" y="1277"/>
                  </a:lnTo>
                  <a:lnTo>
                    <a:pt x="1181" y="1271"/>
                  </a:lnTo>
                  <a:lnTo>
                    <a:pt x="1158" y="1266"/>
                  </a:lnTo>
                  <a:lnTo>
                    <a:pt x="1135" y="1261"/>
                  </a:lnTo>
                  <a:lnTo>
                    <a:pt x="1112" y="1259"/>
                  </a:lnTo>
                  <a:lnTo>
                    <a:pt x="1086" y="1256"/>
                  </a:lnTo>
                  <a:lnTo>
                    <a:pt x="1061" y="1256"/>
                  </a:lnTo>
                  <a:lnTo>
                    <a:pt x="1035" y="1254"/>
                  </a:lnTo>
                  <a:lnTo>
                    <a:pt x="1005" y="1256"/>
                  </a:lnTo>
                  <a:lnTo>
                    <a:pt x="976" y="1257"/>
                  </a:lnTo>
                  <a:lnTo>
                    <a:pt x="947" y="1260"/>
                  </a:lnTo>
                  <a:lnTo>
                    <a:pt x="920" y="1264"/>
                  </a:lnTo>
                  <a:lnTo>
                    <a:pt x="894" y="1270"/>
                  </a:lnTo>
                  <a:lnTo>
                    <a:pt x="868" y="1277"/>
                  </a:lnTo>
                  <a:lnTo>
                    <a:pt x="844" y="1286"/>
                  </a:lnTo>
                  <a:lnTo>
                    <a:pt x="819" y="1294"/>
                  </a:lnTo>
                  <a:lnTo>
                    <a:pt x="796" y="1304"/>
                  </a:lnTo>
                  <a:lnTo>
                    <a:pt x="775" y="1317"/>
                  </a:lnTo>
                  <a:lnTo>
                    <a:pt x="753" y="1330"/>
                  </a:lnTo>
                  <a:lnTo>
                    <a:pt x="733" y="1345"/>
                  </a:lnTo>
                  <a:lnTo>
                    <a:pt x="713" y="1360"/>
                  </a:lnTo>
                  <a:lnTo>
                    <a:pt x="694" y="1378"/>
                  </a:lnTo>
                  <a:lnTo>
                    <a:pt x="677" y="1395"/>
                  </a:lnTo>
                  <a:lnTo>
                    <a:pt x="659" y="1415"/>
                  </a:lnTo>
                  <a:lnTo>
                    <a:pt x="642" y="1435"/>
                  </a:lnTo>
                  <a:lnTo>
                    <a:pt x="628" y="1456"/>
                  </a:lnTo>
                  <a:lnTo>
                    <a:pt x="613" y="1479"/>
                  </a:lnTo>
                  <a:lnTo>
                    <a:pt x="600" y="1502"/>
                  </a:lnTo>
                  <a:lnTo>
                    <a:pt x="589" y="1527"/>
                  </a:lnTo>
                  <a:lnTo>
                    <a:pt x="577" y="1552"/>
                  </a:lnTo>
                  <a:lnTo>
                    <a:pt x="567" y="1578"/>
                  </a:lnTo>
                  <a:lnTo>
                    <a:pt x="559" y="1605"/>
                  </a:lnTo>
                  <a:lnTo>
                    <a:pt x="551" y="1634"/>
                  </a:lnTo>
                  <a:lnTo>
                    <a:pt x="544" y="1664"/>
                  </a:lnTo>
                  <a:lnTo>
                    <a:pt x="539" y="1694"/>
                  </a:lnTo>
                  <a:lnTo>
                    <a:pt x="534" y="1726"/>
                  </a:lnTo>
                  <a:lnTo>
                    <a:pt x="530" y="1757"/>
                  </a:lnTo>
                  <a:lnTo>
                    <a:pt x="527" y="1792"/>
                  </a:lnTo>
                  <a:lnTo>
                    <a:pt x="526" y="1826"/>
                  </a:lnTo>
                  <a:lnTo>
                    <a:pt x="526" y="1861"/>
                  </a:lnTo>
                  <a:lnTo>
                    <a:pt x="526" y="3036"/>
                  </a:lnTo>
                  <a:lnTo>
                    <a:pt x="0" y="30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" name="Freeform 26"/>
            <p:cNvSpPr>
              <a:spLocks/>
            </p:cNvSpPr>
            <p:nvPr/>
          </p:nvSpPr>
          <p:spPr bwMode="auto">
            <a:xfrm>
              <a:off x="9794875" y="5668963"/>
              <a:ext cx="1116013" cy="1189038"/>
            </a:xfrm>
            <a:custGeom>
              <a:avLst/>
              <a:gdLst>
                <a:gd name="T0" fmla="*/ 566 w 2108"/>
                <a:gd name="T1" fmla="*/ 2200 h 2246"/>
                <a:gd name="T2" fmla="*/ 440 w 2108"/>
                <a:gd name="T3" fmla="*/ 2130 h 2246"/>
                <a:gd name="T4" fmla="*/ 334 w 2108"/>
                <a:gd name="T5" fmla="*/ 2051 h 2246"/>
                <a:gd name="T6" fmla="*/ 240 w 2108"/>
                <a:gd name="T7" fmla="*/ 1956 h 2246"/>
                <a:gd name="T8" fmla="*/ 160 w 2108"/>
                <a:gd name="T9" fmla="*/ 1849 h 2246"/>
                <a:gd name="T10" fmla="*/ 93 w 2108"/>
                <a:gd name="T11" fmla="*/ 1727 h 2246"/>
                <a:gd name="T12" fmla="*/ 44 w 2108"/>
                <a:gd name="T13" fmla="*/ 1594 h 2246"/>
                <a:gd name="T14" fmla="*/ 14 w 2108"/>
                <a:gd name="T15" fmla="*/ 1448 h 2246"/>
                <a:gd name="T16" fmla="*/ 0 w 2108"/>
                <a:gd name="T17" fmla="*/ 1288 h 2246"/>
                <a:gd name="T18" fmla="*/ 3 w 2108"/>
                <a:gd name="T19" fmla="*/ 976 h 2246"/>
                <a:gd name="T20" fmla="*/ 20 w 2108"/>
                <a:gd name="T21" fmla="*/ 821 h 2246"/>
                <a:gd name="T22" fmla="*/ 54 w 2108"/>
                <a:gd name="T23" fmla="*/ 678 h 2246"/>
                <a:gd name="T24" fmla="*/ 108 w 2108"/>
                <a:gd name="T25" fmla="*/ 546 h 2246"/>
                <a:gd name="T26" fmla="*/ 178 w 2108"/>
                <a:gd name="T27" fmla="*/ 428 h 2246"/>
                <a:gd name="T28" fmla="*/ 262 w 2108"/>
                <a:gd name="T29" fmla="*/ 324 h 2246"/>
                <a:gd name="T30" fmla="*/ 358 w 2108"/>
                <a:gd name="T31" fmla="*/ 233 h 2246"/>
                <a:gd name="T32" fmla="*/ 468 w 2108"/>
                <a:gd name="T33" fmla="*/ 157 h 2246"/>
                <a:gd name="T34" fmla="*/ 590 w 2108"/>
                <a:gd name="T35" fmla="*/ 96 h 2246"/>
                <a:gd name="T36" fmla="*/ 718 w 2108"/>
                <a:gd name="T37" fmla="*/ 49 h 2246"/>
                <a:gd name="T38" fmla="*/ 855 w 2108"/>
                <a:gd name="T39" fmla="*/ 17 h 2246"/>
                <a:gd name="T40" fmla="*/ 998 w 2108"/>
                <a:gd name="T41" fmla="*/ 1 h 2246"/>
                <a:gd name="T42" fmla="*/ 1090 w 2108"/>
                <a:gd name="T43" fmla="*/ 0 h 2246"/>
                <a:gd name="T44" fmla="*/ 1284 w 2108"/>
                <a:gd name="T45" fmla="*/ 14 h 2246"/>
                <a:gd name="T46" fmla="*/ 1463 w 2108"/>
                <a:gd name="T47" fmla="*/ 56 h 2246"/>
                <a:gd name="T48" fmla="*/ 1624 w 2108"/>
                <a:gd name="T49" fmla="*/ 126 h 2246"/>
                <a:gd name="T50" fmla="*/ 1768 w 2108"/>
                <a:gd name="T51" fmla="*/ 221 h 2246"/>
                <a:gd name="T52" fmla="*/ 1890 w 2108"/>
                <a:gd name="T53" fmla="*/ 341 h 2246"/>
                <a:gd name="T54" fmla="*/ 1988 w 2108"/>
                <a:gd name="T55" fmla="*/ 486 h 2246"/>
                <a:gd name="T56" fmla="*/ 2062 w 2108"/>
                <a:gd name="T57" fmla="*/ 655 h 2246"/>
                <a:gd name="T58" fmla="*/ 2108 w 2108"/>
                <a:gd name="T59" fmla="*/ 846 h 2246"/>
                <a:gd name="T60" fmla="*/ 1577 w 2108"/>
                <a:gd name="T61" fmla="*/ 762 h 2246"/>
                <a:gd name="T62" fmla="*/ 1502 w 2108"/>
                <a:gd name="T63" fmla="*/ 645 h 2246"/>
                <a:gd name="T64" fmla="*/ 1395 w 2108"/>
                <a:gd name="T65" fmla="*/ 552 h 2246"/>
                <a:gd name="T66" fmla="*/ 1266 w 2108"/>
                <a:gd name="T67" fmla="*/ 493 h 2246"/>
                <a:gd name="T68" fmla="*/ 1120 w 2108"/>
                <a:gd name="T69" fmla="*/ 467 h 2246"/>
                <a:gd name="T70" fmla="*/ 969 w 2108"/>
                <a:gd name="T71" fmla="*/ 476 h 2246"/>
                <a:gd name="T72" fmla="*/ 831 w 2108"/>
                <a:gd name="T73" fmla="*/ 517 h 2246"/>
                <a:gd name="T74" fmla="*/ 711 w 2108"/>
                <a:gd name="T75" fmla="*/ 595 h 2246"/>
                <a:gd name="T76" fmla="*/ 618 w 2108"/>
                <a:gd name="T77" fmla="*/ 705 h 2246"/>
                <a:gd name="T78" fmla="*/ 554 w 2108"/>
                <a:gd name="T79" fmla="*/ 847 h 2246"/>
                <a:gd name="T80" fmla="*/ 527 w 2108"/>
                <a:gd name="T81" fmla="*/ 1019 h 2246"/>
                <a:gd name="T82" fmla="*/ 530 w 2108"/>
                <a:gd name="T83" fmla="*/ 1331 h 2246"/>
                <a:gd name="T84" fmla="*/ 567 w 2108"/>
                <a:gd name="T85" fmla="*/ 1498 h 2246"/>
                <a:gd name="T86" fmla="*/ 639 w 2108"/>
                <a:gd name="T87" fmla="*/ 1631 h 2246"/>
                <a:gd name="T88" fmla="*/ 738 w 2108"/>
                <a:gd name="T89" fmla="*/ 1733 h 2246"/>
                <a:gd name="T90" fmla="*/ 864 w 2108"/>
                <a:gd name="T91" fmla="*/ 1802 h 2246"/>
                <a:gd name="T92" fmla="*/ 1005 w 2108"/>
                <a:gd name="T93" fmla="*/ 1836 h 2246"/>
                <a:gd name="T94" fmla="*/ 1158 w 2108"/>
                <a:gd name="T95" fmla="*/ 1836 h 2246"/>
                <a:gd name="T96" fmla="*/ 1299 w 2108"/>
                <a:gd name="T97" fmla="*/ 1802 h 2246"/>
                <a:gd name="T98" fmla="*/ 1424 w 2108"/>
                <a:gd name="T99" fmla="*/ 1733 h 2246"/>
                <a:gd name="T100" fmla="*/ 1523 w 2108"/>
                <a:gd name="T101" fmla="*/ 1631 h 2246"/>
                <a:gd name="T102" fmla="*/ 1588 w 2108"/>
                <a:gd name="T103" fmla="*/ 1516 h 2246"/>
                <a:gd name="T104" fmla="*/ 2102 w 2108"/>
                <a:gd name="T105" fmla="*/ 1498 h 2246"/>
                <a:gd name="T106" fmla="*/ 2066 w 2108"/>
                <a:gd name="T107" fmla="*/ 1638 h 2246"/>
                <a:gd name="T108" fmla="*/ 2016 w 2108"/>
                <a:gd name="T109" fmla="*/ 1766 h 2246"/>
                <a:gd name="T110" fmla="*/ 1951 w 2108"/>
                <a:gd name="T111" fmla="*/ 1882 h 2246"/>
                <a:gd name="T112" fmla="*/ 1873 w 2108"/>
                <a:gd name="T113" fmla="*/ 1985 h 2246"/>
                <a:gd name="T114" fmla="*/ 1781 w 2108"/>
                <a:gd name="T115" fmla="*/ 2074 h 2246"/>
                <a:gd name="T116" fmla="*/ 1679 w 2108"/>
                <a:gd name="T117" fmla="*/ 2149 h 2246"/>
                <a:gd name="T118" fmla="*/ 1565 w 2108"/>
                <a:gd name="T119" fmla="*/ 2210 h 2246"/>
                <a:gd name="T120" fmla="*/ 684 w 2108"/>
                <a:gd name="T121" fmla="*/ 2246 h 2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108" h="2246">
                  <a:moveTo>
                    <a:pt x="684" y="2246"/>
                  </a:moveTo>
                  <a:lnTo>
                    <a:pt x="643" y="2232"/>
                  </a:lnTo>
                  <a:lnTo>
                    <a:pt x="605" y="2216"/>
                  </a:lnTo>
                  <a:lnTo>
                    <a:pt x="566" y="2200"/>
                  </a:lnTo>
                  <a:lnTo>
                    <a:pt x="528" y="2181"/>
                  </a:lnTo>
                  <a:lnTo>
                    <a:pt x="498" y="2166"/>
                  </a:lnTo>
                  <a:lnTo>
                    <a:pt x="468" y="2149"/>
                  </a:lnTo>
                  <a:lnTo>
                    <a:pt x="440" y="2130"/>
                  </a:lnTo>
                  <a:lnTo>
                    <a:pt x="412" y="2111"/>
                  </a:lnTo>
                  <a:lnTo>
                    <a:pt x="386" y="2093"/>
                  </a:lnTo>
                  <a:lnTo>
                    <a:pt x="358" y="2071"/>
                  </a:lnTo>
                  <a:lnTo>
                    <a:pt x="334" y="2051"/>
                  </a:lnTo>
                  <a:lnTo>
                    <a:pt x="309" y="2028"/>
                  </a:lnTo>
                  <a:lnTo>
                    <a:pt x="285" y="2005"/>
                  </a:lnTo>
                  <a:lnTo>
                    <a:pt x="262" y="1981"/>
                  </a:lnTo>
                  <a:lnTo>
                    <a:pt x="240" y="1956"/>
                  </a:lnTo>
                  <a:lnTo>
                    <a:pt x="219" y="1931"/>
                  </a:lnTo>
                  <a:lnTo>
                    <a:pt x="198" y="1905"/>
                  </a:lnTo>
                  <a:lnTo>
                    <a:pt x="178" y="1878"/>
                  </a:lnTo>
                  <a:lnTo>
                    <a:pt x="160" y="1849"/>
                  </a:lnTo>
                  <a:lnTo>
                    <a:pt x="142" y="1820"/>
                  </a:lnTo>
                  <a:lnTo>
                    <a:pt x="125" y="1790"/>
                  </a:lnTo>
                  <a:lnTo>
                    <a:pt x="108" y="1759"/>
                  </a:lnTo>
                  <a:lnTo>
                    <a:pt x="93" y="1727"/>
                  </a:lnTo>
                  <a:lnTo>
                    <a:pt x="79" y="1696"/>
                  </a:lnTo>
                  <a:lnTo>
                    <a:pt x="67" y="1663"/>
                  </a:lnTo>
                  <a:lnTo>
                    <a:pt x="54" y="1628"/>
                  </a:lnTo>
                  <a:lnTo>
                    <a:pt x="44" y="1594"/>
                  </a:lnTo>
                  <a:lnTo>
                    <a:pt x="36" y="1558"/>
                  </a:lnTo>
                  <a:lnTo>
                    <a:pt x="27" y="1522"/>
                  </a:lnTo>
                  <a:lnTo>
                    <a:pt x="20" y="1485"/>
                  </a:lnTo>
                  <a:lnTo>
                    <a:pt x="14" y="1448"/>
                  </a:lnTo>
                  <a:lnTo>
                    <a:pt x="8" y="1409"/>
                  </a:lnTo>
                  <a:lnTo>
                    <a:pt x="4" y="1369"/>
                  </a:lnTo>
                  <a:lnTo>
                    <a:pt x="3" y="1329"/>
                  </a:lnTo>
                  <a:lnTo>
                    <a:pt x="0" y="1288"/>
                  </a:lnTo>
                  <a:lnTo>
                    <a:pt x="0" y="1247"/>
                  </a:lnTo>
                  <a:lnTo>
                    <a:pt x="0" y="1059"/>
                  </a:lnTo>
                  <a:lnTo>
                    <a:pt x="0" y="1018"/>
                  </a:lnTo>
                  <a:lnTo>
                    <a:pt x="3" y="976"/>
                  </a:lnTo>
                  <a:lnTo>
                    <a:pt x="4" y="936"/>
                  </a:lnTo>
                  <a:lnTo>
                    <a:pt x="8" y="897"/>
                  </a:lnTo>
                  <a:lnTo>
                    <a:pt x="14" y="858"/>
                  </a:lnTo>
                  <a:lnTo>
                    <a:pt x="20" y="821"/>
                  </a:lnTo>
                  <a:lnTo>
                    <a:pt x="27" y="784"/>
                  </a:lnTo>
                  <a:lnTo>
                    <a:pt x="36" y="748"/>
                  </a:lnTo>
                  <a:lnTo>
                    <a:pt x="44" y="712"/>
                  </a:lnTo>
                  <a:lnTo>
                    <a:pt x="54" y="678"/>
                  </a:lnTo>
                  <a:lnTo>
                    <a:pt x="67" y="643"/>
                  </a:lnTo>
                  <a:lnTo>
                    <a:pt x="79" y="610"/>
                  </a:lnTo>
                  <a:lnTo>
                    <a:pt x="93" y="579"/>
                  </a:lnTo>
                  <a:lnTo>
                    <a:pt x="108" y="546"/>
                  </a:lnTo>
                  <a:lnTo>
                    <a:pt x="125" y="516"/>
                  </a:lnTo>
                  <a:lnTo>
                    <a:pt x="142" y="486"/>
                  </a:lnTo>
                  <a:lnTo>
                    <a:pt x="160" y="457"/>
                  </a:lnTo>
                  <a:lnTo>
                    <a:pt x="178" y="428"/>
                  </a:lnTo>
                  <a:lnTo>
                    <a:pt x="198" y="401"/>
                  </a:lnTo>
                  <a:lnTo>
                    <a:pt x="219" y="374"/>
                  </a:lnTo>
                  <a:lnTo>
                    <a:pt x="240" y="350"/>
                  </a:lnTo>
                  <a:lnTo>
                    <a:pt x="262" y="324"/>
                  </a:lnTo>
                  <a:lnTo>
                    <a:pt x="285" y="301"/>
                  </a:lnTo>
                  <a:lnTo>
                    <a:pt x="309" y="278"/>
                  </a:lnTo>
                  <a:lnTo>
                    <a:pt x="334" y="255"/>
                  </a:lnTo>
                  <a:lnTo>
                    <a:pt x="358" y="233"/>
                  </a:lnTo>
                  <a:lnTo>
                    <a:pt x="386" y="213"/>
                  </a:lnTo>
                  <a:lnTo>
                    <a:pt x="412" y="193"/>
                  </a:lnTo>
                  <a:lnTo>
                    <a:pt x="440" y="175"/>
                  </a:lnTo>
                  <a:lnTo>
                    <a:pt x="468" y="157"/>
                  </a:lnTo>
                  <a:lnTo>
                    <a:pt x="498" y="140"/>
                  </a:lnTo>
                  <a:lnTo>
                    <a:pt x="528" y="125"/>
                  </a:lnTo>
                  <a:lnTo>
                    <a:pt x="558" y="109"/>
                  </a:lnTo>
                  <a:lnTo>
                    <a:pt x="590" y="96"/>
                  </a:lnTo>
                  <a:lnTo>
                    <a:pt x="622" y="82"/>
                  </a:lnTo>
                  <a:lnTo>
                    <a:pt x="654" y="70"/>
                  </a:lnTo>
                  <a:lnTo>
                    <a:pt x="685" y="59"/>
                  </a:lnTo>
                  <a:lnTo>
                    <a:pt x="718" y="49"/>
                  </a:lnTo>
                  <a:lnTo>
                    <a:pt x="751" y="40"/>
                  </a:lnTo>
                  <a:lnTo>
                    <a:pt x="786" y="31"/>
                  </a:lnTo>
                  <a:lnTo>
                    <a:pt x="821" y="24"/>
                  </a:lnTo>
                  <a:lnTo>
                    <a:pt x="855" y="17"/>
                  </a:lnTo>
                  <a:lnTo>
                    <a:pt x="890" y="13"/>
                  </a:lnTo>
                  <a:lnTo>
                    <a:pt x="926" y="8"/>
                  </a:lnTo>
                  <a:lnTo>
                    <a:pt x="962" y="4"/>
                  </a:lnTo>
                  <a:lnTo>
                    <a:pt x="998" y="1"/>
                  </a:lnTo>
                  <a:lnTo>
                    <a:pt x="1035" y="0"/>
                  </a:lnTo>
                  <a:lnTo>
                    <a:pt x="1073" y="0"/>
                  </a:lnTo>
                  <a:lnTo>
                    <a:pt x="1081" y="0"/>
                  </a:lnTo>
                  <a:lnTo>
                    <a:pt x="1090" y="0"/>
                  </a:lnTo>
                  <a:lnTo>
                    <a:pt x="1140" y="1"/>
                  </a:lnTo>
                  <a:lnTo>
                    <a:pt x="1189" y="4"/>
                  </a:lnTo>
                  <a:lnTo>
                    <a:pt x="1237" y="8"/>
                  </a:lnTo>
                  <a:lnTo>
                    <a:pt x="1284" y="14"/>
                  </a:lnTo>
                  <a:lnTo>
                    <a:pt x="1330" y="23"/>
                  </a:lnTo>
                  <a:lnTo>
                    <a:pt x="1375" y="31"/>
                  </a:lnTo>
                  <a:lnTo>
                    <a:pt x="1420" y="43"/>
                  </a:lnTo>
                  <a:lnTo>
                    <a:pt x="1463" y="56"/>
                  </a:lnTo>
                  <a:lnTo>
                    <a:pt x="1505" y="71"/>
                  </a:lnTo>
                  <a:lnTo>
                    <a:pt x="1546" y="87"/>
                  </a:lnTo>
                  <a:lnTo>
                    <a:pt x="1585" y="106"/>
                  </a:lnTo>
                  <a:lnTo>
                    <a:pt x="1624" y="126"/>
                  </a:lnTo>
                  <a:lnTo>
                    <a:pt x="1662" y="147"/>
                  </a:lnTo>
                  <a:lnTo>
                    <a:pt x="1699" y="170"/>
                  </a:lnTo>
                  <a:lnTo>
                    <a:pt x="1734" y="195"/>
                  </a:lnTo>
                  <a:lnTo>
                    <a:pt x="1768" y="221"/>
                  </a:lnTo>
                  <a:lnTo>
                    <a:pt x="1800" y="249"/>
                  </a:lnTo>
                  <a:lnTo>
                    <a:pt x="1831" y="278"/>
                  </a:lnTo>
                  <a:lnTo>
                    <a:pt x="1862" y="309"/>
                  </a:lnTo>
                  <a:lnTo>
                    <a:pt x="1890" y="341"/>
                  </a:lnTo>
                  <a:lnTo>
                    <a:pt x="1916" y="375"/>
                  </a:lnTo>
                  <a:lnTo>
                    <a:pt x="1942" y="411"/>
                  </a:lnTo>
                  <a:lnTo>
                    <a:pt x="1967" y="448"/>
                  </a:lnTo>
                  <a:lnTo>
                    <a:pt x="1988" y="486"/>
                  </a:lnTo>
                  <a:lnTo>
                    <a:pt x="2010" y="526"/>
                  </a:lnTo>
                  <a:lnTo>
                    <a:pt x="2029" y="567"/>
                  </a:lnTo>
                  <a:lnTo>
                    <a:pt x="2046" y="610"/>
                  </a:lnTo>
                  <a:lnTo>
                    <a:pt x="2062" y="655"/>
                  </a:lnTo>
                  <a:lnTo>
                    <a:pt x="2076" y="699"/>
                  </a:lnTo>
                  <a:lnTo>
                    <a:pt x="2089" y="747"/>
                  </a:lnTo>
                  <a:lnTo>
                    <a:pt x="2099" y="795"/>
                  </a:lnTo>
                  <a:lnTo>
                    <a:pt x="2108" y="846"/>
                  </a:lnTo>
                  <a:lnTo>
                    <a:pt x="1608" y="846"/>
                  </a:lnTo>
                  <a:lnTo>
                    <a:pt x="1598" y="817"/>
                  </a:lnTo>
                  <a:lnTo>
                    <a:pt x="1588" y="790"/>
                  </a:lnTo>
                  <a:lnTo>
                    <a:pt x="1577" y="762"/>
                  </a:lnTo>
                  <a:lnTo>
                    <a:pt x="1564" y="737"/>
                  </a:lnTo>
                  <a:lnTo>
                    <a:pt x="1545" y="705"/>
                  </a:lnTo>
                  <a:lnTo>
                    <a:pt x="1525" y="674"/>
                  </a:lnTo>
                  <a:lnTo>
                    <a:pt x="1502" y="645"/>
                  </a:lnTo>
                  <a:lnTo>
                    <a:pt x="1477" y="619"/>
                  </a:lnTo>
                  <a:lnTo>
                    <a:pt x="1451" y="595"/>
                  </a:lnTo>
                  <a:lnTo>
                    <a:pt x="1424" y="572"/>
                  </a:lnTo>
                  <a:lnTo>
                    <a:pt x="1395" y="552"/>
                  </a:lnTo>
                  <a:lnTo>
                    <a:pt x="1363" y="533"/>
                  </a:lnTo>
                  <a:lnTo>
                    <a:pt x="1332" y="517"/>
                  </a:lnTo>
                  <a:lnTo>
                    <a:pt x="1299" y="504"/>
                  </a:lnTo>
                  <a:lnTo>
                    <a:pt x="1266" y="493"/>
                  </a:lnTo>
                  <a:lnTo>
                    <a:pt x="1230" y="483"/>
                  </a:lnTo>
                  <a:lnTo>
                    <a:pt x="1195" y="476"/>
                  </a:lnTo>
                  <a:lnTo>
                    <a:pt x="1158" y="470"/>
                  </a:lnTo>
                  <a:lnTo>
                    <a:pt x="1120" y="467"/>
                  </a:lnTo>
                  <a:lnTo>
                    <a:pt x="1081" y="466"/>
                  </a:lnTo>
                  <a:lnTo>
                    <a:pt x="1042" y="467"/>
                  </a:lnTo>
                  <a:lnTo>
                    <a:pt x="1005" y="470"/>
                  </a:lnTo>
                  <a:lnTo>
                    <a:pt x="969" y="476"/>
                  </a:lnTo>
                  <a:lnTo>
                    <a:pt x="933" y="483"/>
                  </a:lnTo>
                  <a:lnTo>
                    <a:pt x="898" y="493"/>
                  </a:lnTo>
                  <a:lnTo>
                    <a:pt x="864" y="504"/>
                  </a:lnTo>
                  <a:lnTo>
                    <a:pt x="831" y="517"/>
                  </a:lnTo>
                  <a:lnTo>
                    <a:pt x="799" y="533"/>
                  </a:lnTo>
                  <a:lnTo>
                    <a:pt x="769" y="552"/>
                  </a:lnTo>
                  <a:lnTo>
                    <a:pt x="738" y="572"/>
                  </a:lnTo>
                  <a:lnTo>
                    <a:pt x="711" y="595"/>
                  </a:lnTo>
                  <a:lnTo>
                    <a:pt x="685" y="619"/>
                  </a:lnTo>
                  <a:lnTo>
                    <a:pt x="661" y="645"/>
                  </a:lnTo>
                  <a:lnTo>
                    <a:pt x="639" y="674"/>
                  </a:lnTo>
                  <a:lnTo>
                    <a:pt x="618" y="705"/>
                  </a:lnTo>
                  <a:lnTo>
                    <a:pt x="599" y="737"/>
                  </a:lnTo>
                  <a:lnTo>
                    <a:pt x="582" y="772"/>
                  </a:lnTo>
                  <a:lnTo>
                    <a:pt x="567" y="808"/>
                  </a:lnTo>
                  <a:lnTo>
                    <a:pt x="554" y="847"/>
                  </a:lnTo>
                  <a:lnTo>
                    <a:pt x="544" y="887"/>
                  </a:lnTo>
                  <a:lnTo>
                    <a:pt x="535" y="930"/>
                  </a:lnTo>
                  <a:lnTo>
                    <a:pt x="530" y="973"/>
                  </a:lnTo>
                  <a:lnTo>
                    <a:pt x="527" y="1019"/>
                  </a:lnTo>
                  <a:lnTo>
                    <a:pt x="525" y="1068"/>
                  </a:lnTo>
                  <a:lnTo>
                    <a:pt x="525" y="1238"/>
                  </a:lnTo>
                  <a:lnTo>
                    <a:pt x="527" y="1286"/>
                  </a:lnTo>
                  <a:lnTo>
                    <a:pt x="530" y="1331"/>
                  </a:lnTo>
                  <a:lnTo>
                    <a:pt x="535" y="1376"/>
                  </a:lnTo>
                  <a:lnTo>
                    <a:pt x="544" y="1419"/>
                  </a:lnTo>
                  <a:lnTo>
                    <a:pt x="554" y="1459"/>
                  </a:lnTo>
                  <a:lnTo>
                    <a:pt x="567" y="1498"/>
                  </a:lnTo>
                  <a:lnTo>
                    <a:pt x="582" y="1534"/>
                  </a:lnTo>
                  <a:lnTo>
                    <a:pt x="599" y="1568"/>
                  </a:lnTo>
                  <a:lnTo>
                    <a:pt x="618" y="1601"/>
                  </a:lnTo>
                  <a:lnTo>
                    <a:pt x="639" y="1631"/>
                  </a:lnTo>
                  <a:lnTo>
                    <a:pt x="661" y="1660"/>
                  </a:lnTo>
                  <a:lnTo>
                    <a:pt x="685" y="1687"/>
                  </a:lnTo>
                  <a:lnTo>
                    <a:pt x="711" y="1711"/>
                  </a:lnTo>
                  <a:lnTo>
                    <a:pt x="738" y="1733"/>
                  </a:lnTo>
                  <a:lnTo>
                    <a:pt x="769" y="1754"/>
                  </a:lnTo>
                  <a:lnTo>
                    <a:pt x="799" y="1772"/>
                  </a:lnTo>
                  <a:lnTo>
                    <a:pt x="831" y="1787"/>
                  </a:lnTo>
                  <a:lnTo>
                    <a:pt x="864" y="1802"/>
                  </a:lnTo>
                  <a:lnTo>
                    <a:pt x="898" y="1813"/>
                  </a:lnTo>
                  <a:lnTo>
                    <a:pt x="933" y="1823"/>
                  </a:lnTo>
                  <a:lnTo>
                    <a:pt x="969" y="1830"/>
                  </a:lnTo>
                  <a:lnTo>
                    <a:pt x="1005" y="1836"/>
                  </a:lnTo>
                  <a:lnTo>
                    <a:pt x="1042" y="1839"/>
                  </a:lnTo>
                  <a:lnTo>
                    <a:pt x="1081" y="1840"/>
                  </a:lnTo>
                  <a:lnTo>
                    <a:pt x="1120" y="1839"/>
                  </a:lnTo>
                  <a:lnTo>
                    <a:pt x="1158" y="1836"/>
                  </a:lnTo>
                  <a:lnTo>
                    <a:pt x="1195" y="1830"/>
                  </a:lnTo>
                  <a:lnTo>
                    <a:pt x="1230" y="1823"/>
                  </a:lnTo>
                  <a:lnTo>
                    <a:pt x="1266" y="1813"/>
                  </a:lnTo>
                  <a:lnTo>
                    <a:pt x="1299" y="1802"/>
                  </a:lnTo>
                  <a:lnTo>
                    <a:pt x="1332" y="1787"/>
                  </a:lnTo>
                  <a:lnTo>
                    <a:pt x="1363" y="1772"/>
                  </a:lnTo>
                  <a:lnTo>
                    <a:pt x="1395" y="1754"/>
                  </a:lnTo>
                  <a:lnTo>
                    <a:pt x="1424" y="1733"/>
                  </a:lnTo>
                  <a:lnTo>
                    <a:pt x="1451" y="1711"/>
                  </a:lnTo>
                  <a:lnTo>
                    <a:pt x="1477" y="1687"/>
                  </a:lnTo>
                  <a:lnTo>
                    <a:pt x="1502" y="1660"/>
                  </a:lnTo>
                  <a:lnTo>
                    <a:pt x="1523" y="1631"/>
                  </a:lnTo>
                  <a:lnTo>
                    <a:pt x="1545" y="1601"/>
                  </a:lnTo>
                  <a:lnTo>
                    <a:pt x="1564" y="1568"/>
                  </a:lnTo>
                  <a:lnTo>
                    <a:pt x="1577" y="1544"/>
                  </a:lnTo>
                  <a:lnTo>
                    <a:pt x="1588" y="1516"/>
                  </a:lnTo>
                  <a:lnTo>
                    <a:pt x="1598" y="1489"/>
                  </a:lnTo>
                  <a:lnTo>
                    <a:pt x="1608" y="1460"/>
                  </a:lnTo>
                  <a:lnTo>
                    <a:pt x="2108" y="1460"/>
                  </a:lnTo>
                  <a:lnTo>
                    <a:pt x="2102" y="1498"/>
                  </a:lnTo>
                  <a:lnTo>
                    <a:pt x="2095" y="1534"/>
                  </a:lnTo>
                  <a:lnTo>
                    <a:pt x="2086" y="1569"/>
                  </a:lnTo>
                  <a:lnTo>
                    <a:pt x="2076" y="1604"/>
                  </a:lnTo>
                  <a:lnTo>
                    <a:pt x="2066" y="1638"/>
                  </a:lnTo>
                  <a:lnTo>
                    <a:pt x="2056" y="1671"/>
                  </a:lnTo>
                  <a:lnTo>
                    <a:pt x="2043" y="1704"/>
                  </a:lnTo>
                  <a:lnTo>
                    <a:pt x="2030" y="1736"/>
                  </a:lnTo>
                  <a:lnTo>
                    <a:pt x="2016" y="1766"/>
                  </a:lnTo>
                  <a:lnTo>
                    <a:pt x="2001" y="1796"/>
                  </a:lnTo>
                  <a:lnTo>
                    <a:pt x="1986" y="1826"/>
                  </a:lnTo>
                  <a:lnTo>
                    <a:pt x="1968" y="1855"/>
                  </a:lnTo>
                  <a:lnTo>
                    <a:pt x="1951" y="1882"/>
                  </a:lnTo>
                  <a:lnTo>
                    <a:pt x="1932" y="1909"/>
                  </a:lnTo>
                  <a:lnTo>
                    <a:pt x="1914" y="1935"/>
                  </a:lnTo>
                  <a:lnTo>
                    <a:pt x="1893" y="1961"/>
                  </a:lnTo>
                  <a:lnTo>
                    <a:pt x="1873" y="1985"/>
                  </a:lnTo>
                  <a:lnTo>
                    <a:pt x="1852" y="2008"/>
                  </a:lnTo>
                  <a:lnTo>
                    <a:pt x="1829" y="2031"/>
                  </a:lnTo>
                  <a:lnTo>
                    <a:pt x="1806" y="2052"/>
                  </a:lnTo>
                  <a:lnTo>
                    <a:pt x="1781" y="2074"/>
                  </a:lnTo>
                  <a:lnTo>
                    <a:pt x="1757" y="2094"/>
                  </a:lnTo>
                  <a:lnTo>
                    <a:pt x="1732" y="2113"/>
                  </a:lnTo>
                  <a:lnTo>
                    <a:pt x="1706" y="2131"/>
                  </a:lnTo>
                  <a:lnTo>
                    <a:pt x="1679" y="2149"/>
                  </a:lnTo>
                  <a:lnTo>
                    <a:pt x="1651" y="2166"/>
                  </a:lnTo>
                  <a:lnTo>
                    <a:pt x="1624" y="2181"/>
                  </a:lnTo>
                  <a:lnTo>
                    <a:pt x="1595" y="2196"/>
                  </a:lnTo>
                  <a:lnTo>
                    <a:pt x="1565" y="2210"/>
                  </a:lnTo>
                  <a:lnTo>
                    <a:pt x="1535" y="2223"/>
                  </a:lnTo>
                  <a:lnTo>
                    <a:pt x="1505" y="2235"/>
                  </a:lnTo>
                  <a:lnTo>
                    <a:pt x="1474" y="2246"/>
                  </a:lnTo>
                  <a:lnTo>
                    <a:pt x="684" y="22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" name="Freeform 27"/>
            <p:cNvSpPr>
              <a:spLocks noEditPoints="1"/>
            </p:cNvSpPr>
            <p:nvPr/>
          </p:nvSpPr>
          <p:spPr bwMode="auto">
            <a:xfrm>
              <a:off x="8494713" y="5668963"/>
              <a:ext cx="1079500" cy="1189038"/>
            </a:xfrm>
            <a:custGeom>
              <a:avLst/>
              <a:gdLst>
                <a:gd name="T0" fmla="*/ 1503 w 2041"/>
                <a:gd name="T1" fmla="*/ 850 h 2246"/>
                <a:gd name="T2" fmla="*/ 1478 w 2041"/>
                <a:gd name="T3" fmla="*/ 732 h 2246"/>
                <a:gd name="T4" fmla="*/ 1427 w 2041"/>
                <a:gd name="T5" fmla="*/ 633 h 2246"/>
                <a:gd name="T6" fmla="*/ 1355 w 2041"/>
                <a:gd name="T7" fmla="*/ 555 h 2246"/>
                <a:gd name="T8" fmla="*/ 1260 w 2041"/>
                <a:gd name="T9" fmla="*/ 499 h 2246"/>
                <a:gd name="T10" fmla="*/ 1142 w 2041"/>
                <a:gd name="T11" fmla="*/ 466 h 2246"/>
                <a:gd name="T12" fmla="*/ 1001 w 2041"/>
                <a:gd name="T13" fmla="*/ 457 h 2246"/>
                <a:gd name="T14" fmla="*/ 866 w 2041"/>
                <a:gd name="T15" fmla="*/ 474 h 2246"/>
                <a:gd name="T16" fmla="*/ 753 w 2041"/>
                <a:gd name="T17" fmla="*/ 516 h 2246"/>
                <a:gd name="T18" fmla="*/ 664 w 2041"/>
                <a:gd name="T19" fmla="*/ 580 h 2246"/>
                <a:gd name="T20" fmla="*/ 599 w 2041"/>
                <a:gd name="T21" fmla="*/ 668 h 2246"/>
                <a:gd name="T22" fmla="*/ 557 w 2041"/>
                <a:gd name="T23" fmla="*/ 774 h 2246"/>
                <a:gd name="T24" fmla="*/ 540 w 2041"/>
                <a:gd name="T25" fmla="*/ 901 h 2246"/>
                <a:gd name="T26" fmla="*/ 537 w 2041"/>
                <a:gd name="T27" fmla="*/ 2196 h 2246"/>
                <a:gd name="T28" fmla="*/ 387 w 2041"/>
                <a:gd name="T29" fmla="*/ 2103 h 2246"/>
                <a:gd name="T30" fmla="*/ 267 w 2041"/>
                <a:gd name="T31" fmla="*/ 1994 h 2246"/>
                <a:gd name="T32" fmla="*/ 166 w 2041"/>
                <a:gd name="T33" fmla="*/ 1863 h 2246"/>
                <a:gd name="T34" fmla="*/ 87 w 2041"/>
                <a:gd name="T35" fmla="*/ 1713 h 2246"/>
                <a:gd name="T36" fmla="*/ 33 w 2041"/>
                <a:gd name="T37" fmla="*/ 1545 h 2246"/>
                <a:gd name="T38" fmla="*/ 4 w 2041"/>
                <a:gd name="T39" fmla="*/ 1360 h 2246"/>
                <a:gd name="T40" fmla="*/ 0 w 2041"/>
                <a:gd name="T41" fmla="*/ 1023 h 2246"/>
                <a:gd name="T42" fmla="*/ 19 w 2041"/>
                <a:gd name="T43" fmla="*/ 833 h 2246"/>
                <a:gd name="T44" fmla="*/ 62 w 2041"/>
                <a:gd name="T45" fmla="*/ 658 h 2246"/>
                <a:gd name="T46" fmla="*/ 130 w 2041"/>
                <a:gd name="T47" fmla="*/ 500 h 2246"/>
                <a:gd name="T48" fmla="*/ 228 w 2041"/>
                <a:gd name="T49" fmla="*/ 354 h 2246"/>
                <a:gd name="T50" fmla="*/ 344 w 2041"/>
                <a:gd name="T51" fmla="*/ 232 h 2246"/>
                <a:gd name="T52" fmla="*/ 480 w 2041"/>
                <a:gd name="T53" fmla="*/ 137 h 2246"/>
                <a:gd name="T54" fmla="*/ 629 w 2041"/>
                <a:gd name="T55" fmla="*/ 69 h 2246"/>
                <a:gd name="T56" fmla="*/ 792 w 2041"/>
                <a:gd name="T57" fmla="*/ 23 h 2246"/>
                <a:gd name="T58" fmla="*/ 965 w 2041"/>
                <a:gd name="T59" fmla="*/ 1 h 2246"/>
                <a:gd name="T60" fmla="*/ 1141 w 2041"/>
                <a:gd name="T61" fmla="*/ 4 h 2246"/>
                <a:gd name="T62" fmla="*/ 1309 w 2041"/>
                <a:gd name="T63" fmla="*/ 31 h 2246"/>
                <a:gd name="T64" fmla="*/ 1465 w 2041"/>
                <a:gd name="T65" fmla="*/ 83 h 2246"/>
                <a:gd name="T66" fmla="*/ 1607 w 2041"/>
                <a:gd name="T67" fmla="*/ 160 h 2246"/>
                <a:gd name="T68" fmla="*/ 1734 w 2041"/>
                <a:gd name="T69" fmla="*/ 262 h 2246"/>
                <a:gd name="T70" fmla="*/ 1842 w 2041"/>
                <a:gd name="T71" fmla="*/ 390 h 2246"/>
                <a:gd name="T72" fmla="*/ 1928 w 2041"/>
                <a:gd name="T73" fmla="*/ 532 h 2246"/>
                <a:gd name="T74" fmla="*/ 1990 w 2041"/>
                <a:gd name="T75" fmla="*/ 702 h 2246"/>
                <a:gd name="T76" fmla="*/ 2032 w 2041"/>
                <a:gd name="T77" fmla="*/ 959 h 2246"/>
                <a:gd name="T78" fmla="*/ 2041 w 2041"/>
                <a:gd name="T79" fmla="*/ 1320 h 2246"/>
                <a:gd name="T80" fmla="*/ 543 w 2041"/>
                <a:gd name="T81" fmla="*/ 1433 h 2246"/>
                <a:gd name="T82" fmla="*/ 579 w 2041"/>
                <a:gd name="T83" fmla="*/ 1561 h 2246"/>
                <a:gd name="T84" fmla="*/ 644 w 2041"/>
                <a:gd name="T85" fmla="*/ 1667 h 2246"/>
                <a:gd name="T86" fmla="*/ 733 w 2041"/>
                <a:gd name="T87" fmla="*/ 1751 h 2246"/>
                <a:gd name="T88" fmla="*/ 844 w 2041"/>
                <a:gd name="T89" fmla="*/ 1810 h 2246"/>
                <a:gd name="T90" fmla="*/ 974 w 2041"/>
                <a:gd name="T91" fmla="*/ 1843 h 2246"/>
                <a:gd name="T92" fmla="*/ 1126 w 2041"/>
                <a:gd name="T93" fmla="*/ 1846 h 2246"/>
                <a:gd name="T94" fmla="*/ 1285 w 2041"/>
                <a:gd name="T95" fmla="*/ 1812 h 2246"/>
                <a:gd name="T96" fmla="*/ 1398 w 2041"/>
                <a:gd name="T97" fmla="*/ 1744 h 2246"/>
                <a:gd name="T98" fmla="*/ 1460 w 2041"/>
                <a:gd name="T99" fmla="*/ 1678 h 2246"/>
                <a:gd name="T100" fmla="*/ 1512 w 2041"/>
                <a:gd name="T101" fmla="*/ 1592 h 2246"/>
                <a:gd name="T102" fmla="*/ 1948 w 2041"/>
                <a:gd name="T103" fmla="*/ 1769 h 2246"/>
                <a:gd name="T104" fmla="*/ 1852 w 2041"/>
                <a:gd name="T105" fmla="*/ 1929 h 2246"/>
                <a:gd name="T106" fmla="*/ 1755 w 2041"/>
                <a:gd name="T107" fmla="*/ 2038 h 2246"/>
                <a:gd name="T108" fmla="*/ 1632 w 2041"/>
                <a:gd name="T109" fmla="*/ 2138 h 2246"/>
                <a:gd name="T110" fmla="*/ 1480 w 2041"/>
                <a:gd name="T111" fmla="*/ 2220 h 2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41" h="2246">
                  <a:moveTo>
                    <a:pt x="539" y="929"/>
                  </a:moveTo>
                  <a:lnTo>
                    <a:pt x="1506" y="929"/>
                  </a:lnTo>
                  <a:lnTo>
                    <a:pt x="1506" y="901"/>
                  </a:lnTo>
                  <a:lnTo>
                    <a:pt x="1505" y="876"/>
                  </a:lnTo>
                  <a:lnTo>
                    <a:pt x="1503" y="850"/>
                  </a:lnTo>
                  <a:lnTo>
                    <a:pt x="1499" y="824"/>
                  </a:lnTo>
                  <a:lnTo>
                    <a:pt x="1495" y="800"/>
                  </a:lnTo>
                  <a:lnTo>
                    <a:pt x="1491" y="777"/>
                  </a:lnTo>
                  <a:lnTo>
                    <a:pt x="1485" y="754"/>
                  </a:lnTo>
                  <a:lnTo>
                    <a:pt x="1478" y="732"/>
                  </a:lnTo>
                  <a:lnTo>
                    <a:pt x="1469" y="711"/>
                  </a:lnTo>
                  <a:lnTo>
                    <a:pt x="1460" y="689"/>
                  </a:lnTo>
                  <a:lnTo>
                    <a:pt x="1450" y="671"/>
                  </a:lnTo>
                  <a:lnTo>
                    <a:pt x="1439" y="651"/>
                  </a:lnTo>
                  <a:lnTo>
                    <a:pt x="1427" y="633"/>
                  </a:lnTo>
                  <a:lnTo>
                    <a:pt x="1414" y="615"/>
                  </a:lnTo>
                  <a:lnTo>
                    <a:pt x="1401" y="599"/>
                  </a:lnTo>
                  <a:lnTo>
                    <a:pt x="1387" y="583"/>
                  </a:lnTo>
                  <a:lnTo>
                    <a:pt x="1371" y="569"/>
                  </a:lnTo>
                  <a:lnTo>
                    <a:pt x="1355" y="555"/>
                  </a:lnTo>
                  <a:lnTo>
                    <a:pt x="1338" y="542"/>
                  </a:lnTo>
                  <a:lnTo>
                    <a:pt x="1319" y="529"/>
                  </a:lnTo>
                  <a:lnTo>
                    <a:pt x="1300" y="517"/>
                  </a:lnTo>
                  <a:lnTo>
                    <a:pt x="1280" y="507"/>
                  </a:lnTo>
                  <a:lnTo>
                    <a:pt x="1260" y="499"/>
                  </a:lnTo>
                  <a:lnTo>
                    <a:pt x="1237" y="490"/>
                  </a:lnTo>
                  <a:lnTo>
                    <a:pt x="1215" y="481"/>
                  </a:lnTo>
                  <a:lnTo>
                    <a:pt x="1191" y="476"/>
                  </a:lnTo>
                  <a:lnTo>
                    <a:pt x="1167" y="470"/>
                  </a:lnTo>
                  <a:lnTo>
                    <a:pt x="1142" y="466"/>
                  </a:lnTo>
                  <a:lnTo>
                    <a:pt x="1115" y="461"/>
                  </a:lnTo>
                  <a:lnTo>
                    <a:pt x="1089" y="459"/>
                  </a:lnTo>
                  <a:lnTo>
                    <a:pt x="1060" y="457"/>
                  </a:lnTo>
                  <a:lnTo>
                    <a:pt x="1031" y="457"/>
                  </a:lnTo>
                  <a:lnTo>
                    <a:pt x="1001" y="457"/>
                  </a:lnTo>
                  <a:lnTo>
                    <a:pt x="972" y="459"/>
                  </a:lnTo>
                  <a:lnTo>
                    <a:pt x="943" y="461"/>
                  </a:lnTo>
                  <a:lnTo>
                    <a:pt x="917" y="464"/>
                  </a:lnTo>
                  <a:lnTo>
                    <a:pt x="890" y="470"/>
                  </a:lnTo>
                  <a:lnTo>
                    <a:pt x="866" y="474"/>
                  </a:lnTo>
                  <a:lnTo>
                    <a:pt x="841" y="481"/>
                  </a:lnTo>
                  <a:lnTo>
                    <a:pt x="818" y="489"/>
                  </a:lnTo>
                  <a:lnTo>
                    <a:pt x="795" y="497"/>
                  </a:lnTo>
                  <a:lnTo>
                    <a:pt x="773" y="506"/>
                  </a:lnTo>
                  <a:lnTo>
                    <a:pt x="753" y="516"/>
                  </a:lnTo>
                  <a:lnTo>
                    <a:pt x="733" y="527"/>
                  </a:lnTo>
                  <a:lnTo>
                    <a:pt x="714" y="539"/>
                  </a:lnTo>
                  <a:lnTo>
                    <a:pt x="697" y="552"/>
                  </a:lnTo>
                  <a:lnTo>
                    <a:pt x="680" y="566"/>
                  </a:lnTo>
                  <a:lnTo>
                    <a:pt x="664" y="580"/>
                  </a:lnTo>
                  <a:lnTo>
                    <a:pt x="650" y="596"/>
                  </a:lnTo>
                  <a:lnTo>
                    <a:pt x="635" y="613"/>
                  </a:lnTo>
                  <a:lnTo>
                    <a:pt x="622" y="631"/>
                  </a:lnTo>
                  <a:lnTo>
                    <a:pt x="611" y="648"/>
                  </a:lnTo>
                  <a:lnTo>
                    <a:pt x="599" y="668"/>
                  </a:lnTo>
                  <a:lnTo>
                    <a:pt x="589" y="686"/>
                  </a:lnTo>
                  <a:lnTo>
                    <a:pt x="579" y="708"/>
                  </a:lnTo>
                  <a:lnTo>
                    <a:pt x="572" y="729"/>
                  </a:lnTo>
                  <a:lnTo>
                    <a:pt x="565" y="751"/>
                  </a:lnTo>
                  <a:lnTo>
                    <a:pt x="557" y="774"/>
                  </a:lnTo>
                  <a:lnTo>
                    <a:pt x="552" y="798"/>
                  </a:lnTo>
                  <a:lnTo>
                    <a:pt x="547" y="823"/>
                  </a:lnTo>
                  <a:lnTo>
                    <a:pt x="544" y="848"/>
                  </a:lnTo>
                  <a:lnTo>
                    <a:pt x="542" y="874"/>
                  </a:lnTo>
                  <a:lnTo>
                    <a:pt x="540" y="901"/>
                  </a:lnTo>
                  <a:lnTo>
                    <a:pt x="539" y="929"/>
                  </a:lnTo>
                  <a:close/>
                  <a:moveTo>
                    <a:pt x="654" y="2246"/>
                  </a:moveTo>
                  <a:lnTo>
                    <a:pt x="615" y="2230"/>
                  </a:lnTo>
                  <a:lnTo>
                    <a:pt x="576" y="2214"/>
                  </a:lnTo>
                  <a:lnTo>
                    <a:pt x="537" y="2196"/>
                  </a:lnTo>
                  <a:lnTo>
                    <a:pt x="498" y="2174"/>
                  </a:lnTo>
                  <a:lnTo>
                    <a:pt x="470" y="2159"/>
                  </a:lnTo>
                  <a:lnTo>
                    <a:pt x="442" y="2140"/>
                  </a:lnTo>
                  <a:lnTo>
                    <a:pt x="415" y="2123"/>
                  </a:lnTo>
                  <a:lnTo>
                    <a:pt x="387" y="2103"/>
                  </a:lnTo>
                  <a:lnTo>
                    <a:pt x="362" y="2083"/>
                  </a:lnTo>
                  <a:lnTo>
                    <a:pt x="337" y="2061"/>
                  </a:lnTo>
                  <a:lnTo>
                    <a:pt x="313" y="2040"/>
                  </a:lnTo>
                  <a:lnTo>
                    <a:pt x="290" y="2017"/>
                  </a:lnTo>
                  <a:lnTo>
                    <a:pt x="267" y="1994"/>
                  </a:lnTo>
                  <a:lnTo>
                    <a:pt x="245" y="1969"/>
                  </a:lnTo>
                  <a:lnTo>
                    <a:pt x="225" y="1944"/>
                  </a:lnTo>
                  <a:lnTo>
                    <a:pt x="205" y="1918"/>
                  </a:lnTo>
                  <a:lnTo>
                    <a:pt x="184" y="1891"/>
                  </a:lnTo>
                  <a:lnTo>
                    <a:pt x="166" y="1863"/>
                  </a:lnTo>
                  <a:lnTo>
                    <a:pt x="148" y="1835"/>
                  </a:lnTo>
                  <a:lnTo>
                    <a:pt x="131" y="1805"/>
                  </a:lnTo>
                  <a:lnTo>
                    <a:pt x="115" y="1774"/>
                  </a:lnTo>
                  <a:lnTo>
                    <a:pt x="101" y="1744"/>
                  </a:lnTo>
                  <a:lnTo>
                    <a:pt x="87" y="1713"/>
                  </a:lnTo>
                  <a:lnTo>
                    <a:pt x="74" y="1680"/>
                  </a:lnTo>
                  <a:lnTo>
                    <a:pt x="62" y="1647"/>
                  </a:lnTo>
                  <a:lnTo>
                    <a:pt x="52" y="1614"/>
                  </a:lnTo>
                  <a:lnTo>
                    <a:pt x="42" y="1579"/>
                  </a:lnTo>
                  <a:lnTo>
                    <a:pt x="33" y="1545"/>
                  </a:lnTo>
                  <a:lnTo>
                    <a:pt x="26" y="1509"/>
                  </a:lnTo>
                  <a:lnTo>
                    <a:pt x="19" y="1473"/>
                  </a:lnTo>
                  <a:lnTo>
                    <a:pt x="13" y="1436"/>
                  </a:lnTo>
                  <a:lnTo>
                    <a:pt x="9" y="1399"/>
                  </a:lnTo>
                  <a:lnTo>
                    <a:pt x="4" y="1360"/>
                  </a:lnTo>
                  <a:lnTo>
                    <a:pt x="3" y="1321"/>
                  </a:lnTo>
                  <a:lnTo>
                    <a:pt x="0" y="1283"/>
                  </a:lnTo>
                  <a:lnTo>
                    <a:pt x="0" y="1243"/>
                  </a:lnTo>
                  <a:lnTo>
                    <a:pt x="0" y="1063"/>
                  </a:lnTo>
                  <a:lnTo>
                    <a:pt x="0" y="1023"/>
                  </a:lnTo>
                  <a:lnTo>
                    <a:pt x="3" y="983"/>
                  </a:lnTo>
                  <a:lnTo>
                    <a:pt x="4" y="944"/>
                  </a:lnTo>
                  <a:lnTo>
                    <a:pt x="9" y="907"/>
                  </a:lnTo>
                  <a:lnTo>
                    <a:pt x="13" y="868"/>
                  </a:lnTo>
                  <a:lnTo>
                    <a:pt x="19" y="833"/>
                  </a:lnTo>
                  <a:lnTo>
                    <a:pt x="25" y="797"/>
                  </a:lnTo>
                  <a:lnTo>
                    <a:pt x="33" y="761"/>
                  </a:lnTo>
                  <a:lnTo>
                    <a:pt x="42" y="725"/>
                  </a:lnTo>
                  <a:lnTo>
                    <a:pt x="51" y="692"/>
                  </a:lnTo>
                  <a:lnTo>
                    <a:pt x="62" y="658"/>
                  </a:lnTo>
                  <a:lnTo>
                    <a:pt x="74" y="625"/>
                  </a:lnTo>
                  <a:lnTo>
                    <a:pt x="85" y="593"/>
                  </a:lnTo>
                  <a:lnTo>
                    <a:pt x="99" y="562"/>
                  </a:lnTo>
                  <a:lnTo>
                    <a:pt x="114" y="530"/>
                  </a:lnTo>
                  <a:lnTo>
                    <a:pt x="130" y="500"/>
                  </a:lnTo>
                  <a:lnTo>
                    <a:pt x="147" y="469"/>
                  </a:lnTo>
                  <a:lnTo>
                    <a:pt x="166" y="438"/>
                  </a:lnTo>
                  <a:lnTo>
                    <a:pt x="186" y="408"/>
                  </a:lnTo>
                  <a:lnTo>
                    <a:pt x="206" y="381"/>
                  </a:lnTo>
                  <a:lnTo>
                    <a:pt x="228" y="354"/>
                  </a:lnTo>
                  <a:lnTo>
                    <a:pt x="249" y="327"/>
                  </a:lnTo>
                  <a:lnTo>
                    <a:pt x="272" y="302"/>
                  </a:lnTo>
                  <a:lnTo>
                    <a:pt x="295" y="278"/>
                  </a:lnTo>
                  <a:lnTo>
                    <a:pt x="320" y="255"/>
                  </a:lnTo>
                  <a:lnTo>
                    <a:pt x="344" y="232"/>
                  </a:lnTo>
                  <a:lnTo>
                    <a:pt x="370" y="212"/>
                  </a:lnTo>
                  <a:lnTo>
                    <a:pt x="398" y="192"/>
                  </a:lnTo>
                  <a:lnTo>
                    <a:pt x="423" y="173"/>
                  </a:lnTo>
                  <a:lnTo>
                    <a:pt x="452" y="155"/>
                  </a:lnTo>
                  <a:lnTo>
                    <a:pt x="480" y="137"/>
                  </a:lnTo>
                  <a:lnTo>
                    <a:pt x="508" y="122"/>
                  </a:lnTo>
                  <a:lnTo>
                    <a:pt x="539" y="107"/>
                  </a:lnTo>
                  <a:lnTo>
                    <a:pt x="569" y="93"/>
                  </a:lnTo>
                  <a:lnTo>
                    <a:pt x="599" y="80"/>
                  </a:lnTo>
                  <a:lnTo>
                    <a:pt x="629" y="69"/>
                  </a:lnTo>
                  <a:lnTo>
                    <a:pt x="661" y="57"/>
                  </a:lnTo>
                  <a:lnTo>
                    <a:pt x="693" y="47"/>
                  </a:lnTo>
                  <a:lnTo>
                    <a:pt x="726" y="39"/>
                  </a:lnTo>
                  <a:lnTo>
                    <a:pt x="759" y="30"/>
                  </a:lnTo>
                  <a:lnTo>
                    <a:pt x="792" y="23"/>
                  </a:lnTo>
                  <a:lnTo>
                    <a:pt x="825" y="17"/>
                  </a:lnTo>
                  <a:lnTo>
                    <a:pt x="860" y="11"/>
                  </a:lnTo>
                  <a:lnTo>
                    <a:pt x="894" y="7"/>
                  </a:lnTo>
                  <a:lnTo>
                    <a:pt x="929" y="4"/>
                  </a:lnTo>
                  <a:lnTo>
                    <a:pt x="965" y="1"/>
                  </a:lnTo>
                  <a:lnTo>
                    <a:pt x="999" y="0"/>
                  </a:lnTo>
                  <a:lnTo>
                    <a:pt x="1035" y="0"/>
                  </a:lnTo>
                  <a:lnTo>
                    <a:pt x="1071" y="0"/>
                  </a:lnTo>
                  <a:lnTo>
                    <a:pt x="1106" y="1"/>
                  </a:lnTo>
                  <a:lnTo>
                    <a:pt x="1141" y="4"/>
                  </a:lnTo>
                  <a:lnTo>
                    <a:pt x="1175" y="8"/>
                  </a:lnTo>
                  <a:lnTo>
                    <a:pt x="1210" y="13"/>
                  </a:lnTo>
                  <a:lnTo>
                    <a:pt x="1243" y="17"/>
                  </a:lnTo>
                  <a:lnTo>
                    <a:pt x="1276" y="24"/>
                  </a:lnTo>
                  <a:lnTo>
                    <a:pt x="1309" y="31"/>
                  </a:lnTo>
                  <a:lnTo>
                    <a:pt x="1341" y="40"/>
                  </a:lnTo>
                  <a:lnTo>
                    <a:pt x="1372" y="50"/>
                  </a:lnTo>
                  <a:lnTo>
                    <a:pt x="1404" y="60"/>
                  </a:lnTo>
                  <a:lnTo>
                    <a:pt x="1434" y="71"/>
                  </a:lnTo>
                  <a:lnTo>
                    <a:pt x="1465" y="83"/>
                  </a:lnTo>
                  <a:lnTo>
                    <a:pt x="1493" y="97"/>
                  </a:lnTo>
                  <a:lnTo>
                    <a:pt x="1524" y="112"/>
                  </a:lnTo>
                  <a:lnTo>
                    <a:pt x="1551" y="126"/>
                  </a:lnTo>
                  <a:lnTo>
                    <a:pt x="1580" y="143"/>
                  </a:lnTo>
                  <a:lnTo>
                    <a:pt x="1607" y="160"/>
                  </a:lnTo>
                  <a:lnTo>
                    <a:pt x="1633" y="179"/>
                  </a:lnTo>
                  <a:lnTo>
                    <a:pt x="1659" y="198"/>
                  </a:lnTo>
                  <a:lnTo>
                    <a:pt x="1685" y="219"/>
                  </a:lnTo>
                  <a:lnTo>
                    <a:pt x="1709" y="239"/>
                  </a:lnTo>
                  <a:lnTo>
                    <a:pt x="1734" y="262"/>
                  </a:lnTo>
                  <a:lnTo>
                    <a:pt x="1757" y="285"/>
                  </a:lnTo>
                  <a:lnTo>
                    <a:pt x="1780" y="309"/>
                  </a:lnTo>
                  <a:lnTo>
                    <a:pt x="1802" y="335"/>
                  </a:lnTo>
                  <a:lnTo>
                    <a:pt x="1822" y="361"/>
                  </a:lnTo>
                  <a:lnTo>
                    <a:pt x="1842" y="390"/>
                  </a:lnTo>
                  <a:lnTo>
                    <a:pt x="1862" y="417"/>
                  </a:lnTo>
                  <a:lnTo>
                    <a:pt x="1881" y="447"/>
                  </a:lnTo>
                  <a:lnTo>
                    <a:pt x="1899" y="477"/>
                  </a:lnTo>
                  <a:lnTo>
                    <a:pt x="1917" y="509"/>
                  </a:lnTo>
                  <a:lnTo>
                    <a:pt x="1928" y="532"/>
                  </a:lnTo>
                  <a:lnTo>
                    <a:pt x="1938" y="556"/>
                  </a:lnTo>
                  <a:lnTo>
                    <a:pt x="1950" y="580"/>
                  </a:lnTo>
                  <a:lnTo>
                    <a:pt x="1959" y="603"/>
                  </a:lnTo>
                  <a:lnTo>
                    <a:pt x="1976" y="653"/>
                  </a:lnTo>
                  <a:lnTo>
                    <a:pt x="1990" y="702"/>
                  </a:lnTo>
                  <a:lnTo>
                    <a:pt x="2003" y="752"/>
                  </a:lnTo>
                  <a:lnTo>
                    <a:pt x="2013" y="804"/>
                  </a:lnTo>
                  <a:lnTo>
                    <a:pt x="2020" y="856"/>
                  </a:lnTo>
                  <a:lnTo>
                    <a:pt x="2028" y="907"/>
                  </a:lnTo>
                  <a:lnTo>
                    <a:pt x="2032" y="959"/>
                  </a:lnTo>
                  <a:lnTo>
                    <a:pt x="2036" y="1012"/>
                  </a:lnTo>
                  <a:lnTo>
                    <a:pt x="2038" y="1063"/>
                  </a:lnTo>
                  <a:lnTo>
                    <a:pt x="2041" y="1115"/>
                  </a:lnTo>
                  <a:lnTo>
                    <a:pt x="2041" y="1218"/>
                  </a:lnTo>
                  <a:lnTo>
                    <a:pt x="2041" y="1320"/>
                  </a:lnTo>
                  <a:lnTo>
                    <a:pt x="534" y="1320"/>
                  </a:lnTo>
                  <a:lnTo>
                    <a:pt x="534" y="1349"/>
                  </a:lnTo>
                  <a:lnTo>
                    <a:pt x="536" y="1377"/>
                  </a:lnTo>
                  <a:lnTo>
                    <a:pt x="539" y="1406"/>
                  </a:lnTo>
                  <a:lnTo>
                    <a:pt x="543" y="1433"/>
                  </a:lnTo>
                  <a:lnTo>
                    <a:pt x="547" y="1460"/>
                  </a:lnTo>
                  <a:lnTo>
                    <a:pt x="555" y="1486"/>
                  </a:lnTo>
                  <a:lnTo>
                    <a:pt x="562" y="1512"/>
                  </a:lnTo>
                  <a:lnTo>
                    <a:pt x="570" y="1536"/>
                  </a:lnTo>
                  <a:lnTo>
                    <a:pt x="579" y="1561"/>
                  </a:lnTo>
                  <a:lnTo>
                    <a:pt x="591" y="1584"/>
                  </a:lnTo>
                  <a:lnTo>
                    <a:pt x="602" y="1605"/>
                  </a:lnTo>
                  <a:lnTo>
                    <a:pt x="615" y="1627"/>
                  </a:lnTo>
                  <a:lnTo>
                    <a:pt x="629" y="1647"/>
                  </a:lnTo>
                  <a:lnTo>
                    <a:pt x="644" y="1667"/>
                  </a:lnTo>
                  <a:lnTo>
                    <a:pt x="660" y="1686"/>
                  </a:lnTo>
                  <a:lnTo>
                    <a:pt x="677" y="1704"/>
                  </a:lnTo>
                  <a:lnTo>
                    <a:pt x="694" y="1720"/>
                  </a:lnTo>
                  <a:lnTo>
                    <a:pt x="713" y="1736"/>
                  </a:lnTo>
                  <a:lnTo>
                    <a:pt x="733" y="1751"/>
                  </a:lnTo>
                  <a:lnTo>
                    <a:pt x="753" y="1766"/>
                  </a:lnTo>
                  <a:lnTo>
                    <a:pt x="775" y="1779"/>
                  </a:lnTo>
                  <a:lnTo>
                    <a:pt x="796" y="1790"/>
                  </a:lnTo>
                  <a:lnTo>
                    <a:pt x="819" y="1802"/>
                  </a:lnTo>
                  <a:lnTo>
                    <a:pt x="844" y="1810"/>
                  </a:lnTo>
                  <a:lnTo>
                    <a:pt x="868" y="1820"/>
                  </a:lnTo>
                  <a:lnTo>
                    <a:pt x="893" y="1827"/>
                  </a:lnTo>
                  <a:lnTo>
                    <a:pt x="919" y="1833"/>
                  </a:lnTo>
                  <a:lnTo>
                    <a:pt x="946" y="1839"/>
                  </a:lnTo>
                  <a:lnTo>
                    <a:pt x="974" y="1843"/>
                  </a:lnTo>
                  <a:lnTo>
                    <a:pt x="1002" y="1846"/>
                  </a:lnTo>
                  <a:lnTo>
                    <a:pt x="1031" y="1848"/>
                  </a:lnTo>
                  <a:lnTo>
                    <a:pt x="1060" y="1849"/>
                  </a:lnTo>
                  <a:lnTo>
                    <a:pt x="1093" y="1848"/>
                  </a:lnTo>
                  <a:lnTo>
                    <a:pt x="1126" y="1846"/>
                  </a:lnTo>
                  <a:lnTo>
                    <a:pt x="1158" y="1843"/>
                  </a:lnTo>
                  <a:lnTo>
                    <a:pt x="1191" y="1837"/>
                  </a:lnTo>
                  <a:lnTo>
                    <a:pt x="1223" y="1832"/>
                  </a:lnTo>
                  <a:lnTo>
                    <a:pt x="1253" y="1823"/>
                  </a:lnTo>
                  <a:lnTo>
                    <a:pt x="1285" y="1812"/>
                  </a:lnTo>
                  <a:lnTo>
                    <a:pt x="1313" y="1799"/>
                  </a:lnTo>
                  <a:lnTo>
                    <a:pt x="1344" y="1783"/>
                  </a:lnTo>
                  <a:lnTo>
                    <a:pt x="1371" y="1764"/>
                  </a:lnTo>
                  <a:lnTo>
                    <a:pt x="1384" y="1754"/>
                  </a:lnTo>
                  <a:lnTo>
                    <a:pt x="1398" y="1744"/>
                  </a:lnTo>
                  <a:lnTo>
                    <a:pt x="1411" y="1733"/>
                  </a:lnTo>
                  <a:lnTo>
                    <a:pt x="1424" y="1720"/>
                  </a:lnTo>
                  <a:lnTo>
                    <a:pt x="1436" y="1707"/>
                  </a:lnTo>
                  <a:lnTo>
                    <a:pt x="1449" y="1694"/>
                  </a:lnTo>
                  <a:lnTo>
                    <a:pt x="1460" y="1678"/>
                  </a:lnTo>
                  <a:lnTo>
                    <a:pt x="1472" y="1664"/>
                  </a:lnTo>
                  <a:lnTo>
                    <a:pt x="1482" y="1647"/>
                  </a:lnTo>
                  <a:lnTo>
                    <a:pt x="1492" y="1630"/>
                  </a:lnTo>
                  <a:lnTo>
                    <a:pt x="1502" y="1612"/>
                  </a:lnTo>
                  <a:lnTo>
                    <a:pt x="1512" y="1592"/>
                  </a:lnTo>
                  <a:lnTo>
                    <a:pt x="2012" y="1598"/>
                  </a:lnTo>
                  <a:lnTo>
                    <a:pt x="2000" y="1638"/>
                  </a:lnTo>
                  <a:lnTo>
                    <a:pt x="1986" y="1680"/>
                  </a:lnTo>
                  <a:lnTo>
                    <a:pt x="1969" y="1724"/>
                  </a:lnTo>
                  <a:lnTo>
                    <a:pt x="1948" y="1769"/>
                  </a:lnTo>
                  <a:lnTo>
                    <a:pt x="1925" y="1815"/>
                  </a:lnTo>
                  <a:lnTo>
                    <a:pt x="1898" y="1860"/>
                  </a:lnTo>
                  <a:lnTo>
                    <a:pt x="1884" y="1883"/>
                  </a:lnTo>
                  <a:lnTo>
                    <a:pt x="1868" y="1906"/>
                  </a:lnTo>
                  <a:lnTo>
                    <a:pt x="1852" y="1929"/>
                  </a:lnTo>
                  <a:lnTo>
                    <a:pt x="1835" y="1951"/>
                  </a:lnTo>
                  <a:lnTo>
                    <a:pt x="1816" y="1974"/>
                  </a:lnTo>
                  <a:lnTo>
                    <a:pt x="1797" y="1995"/>
                  </a:lnTo>
                  <a:lnTo>
                    <a:pt x="1777" y="2018"/>
                  </a:lnTo>
                  <a:lnTo>
                    <a:pt x="1755" y="2038"/>
                  </a:lnTo>
                  <a:lnTo>
                    <a:pt x="1732" y="2060"/>
                  </a:lnTo>
                  <a:lnTo>
                    <a:pt x="1709" y="2080"/>
                  </a:lnTo>
                  <a:lnTo>
                    <a:pt x="1685" y="2100"/>
                  </a:lnTo>
                  <a:lnTo>
                    <a:pt x="1659" y="2120"/>
                  </a:lnTo>
                  <a:lnTo>
                    <a:pt x="1632" y="2138"/>
                  </a:lnTo>
                  <a:lnTo>
                    <a:pt x="1604" y="2156"/>
                  </a:lnTo>
                  <a:lnTo>
                    <a:pt x="1575" y="2173"/>
                  </a:lnTo>
                  <a:lnTo>
                    <a:pt x="1544" y="2190"/>
                  </a:lnTo>
                  <a:lnTo>
                    <a:pt x="1514" y="2204"/>
                  </a:lnTo>
                  <a:lnTo>
                    <a:pt x="1480" y="2220"/>
                  </a:lnTo>
                  <a:lnTo>
                    <a:pt x="1446" y="2233"/>
                  </a:lnTo>
                  <a:lnTo>
                    <a:pt x="1410" y="2246"/>
                  </a:lnTo>
                  <a:lnTo>
                    <a:pt x="654" y="22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auto">
            <a:xfrm>
              <a:off x="7756525" y="5360988"/>
              <a:ext cx="552450" cy="1497013"/>
            </a:xfrm>
            <a:custGeom>
              <a:avLst/>
              <a:gdLst>
                <a:gd name="T0" fmla="*/ 426 w 1044"/>
                <a:gd name="T1" fmla="*/ 2828 h 2828"/>
                <a:gd name="T2" fmla="*/ 403 w 1044"/>
                <a:gd name="T3" fmla="*/ 2827 h 2828"/>
                <a:gd name="T4" fmla="*/ 382 w 1044"/>
                <a:gd name="T5" fmla="*/ 2824 h 2828"/>
                <a:gd name="T6" fmla="*/ 360 w 1044"/>
                <a:gd name="T7" fmla="*/ 2821 h 2828"/>
                <a:gd name="T8" fmla="*/ 340 w 1044"/>
                <a:gd name="T9" fmla="*/ 2817 h 2828"/>
                <a:gd name="T10" fmla="*/ 318 w 1044"/>
                <a:gd name="T11" fmla="*/ 2812 h 2828"/>
                <a:gd name="T12" fmla="*/ 300 w 1044"/>
                <a:gd name="T13" fmla="*/ 2806 h 2828"/>
                <a:gd name="T14" fmla="*/ 280 w 1044"/>
                <a:gd name="T15" fmla="*/ 2799 h 2828"/>
                <a:gd name="T16" fmla="*/ 261 w 1044"/>
                <a:gd name="T17" fmla="*/ 2792 h 2828"/>
                <a:gd name="T18" fmla="*/ 242 w 1044"/>
                <a:gd name="T19" fmla="*/ 2784 h 2828"/>
                <a:gd name="T20" fmla="*/ 225 w 1044"/>
                <a:gd name="T21" fmla="*/ 2775 h 2828"/>
                <a:gd name="T22" fmla="*/ 208 w 1044"/>
                <a:gd name="T23" fmla="*/ 2765 h 2828"/>
                <a:gd name="T24" fmla="*/ 190 w 1044"/>
                <a:gd name="T25" fmla="*/ 2753 h 2828"/>
                <a:gd name="T26" fmla="*/ 173 w 1044"/>
                <a:gd name="T27" fmla="*/ 2742 h 2828"/>
                <a:gd name="T28" fmla="*/ 157 w 1044"/>
                <a:gd name="T29" fmla="*/ 2729 h 2828"/>
                <a:gd name="T30" fmla="*/ 143 w 1044"/>
                <a:gd name="T31" fmla="*/ 2716 h 2828"/>
                <a:gd name="T32" fmla="*/ 127 w 1044"/>
                <a:gd name="T33" fmla="*/ 2702 h 2828"/>
                <a:gd name="T34" fmla="*/ 113 w 1044"/>
                <a:gd name="T35" fmla="*/ 2686 h 2828"/>
                <a:gd name="T36" fmla="*/ 98 w 1044"/>
                <a:gd name="T37" fmla="*/ 2669 h 2828"/>
                <a:gd name="T38" fmla="*/ 84 w 1044"/>
                <a:gd name="T39" fmla="*/ 2652 h 2828"/>
                <a:gd name="T40" fmla="*/ 72 w 1044"/>
                <a:gd name="T41" fmla="*/ 2633 h 2828"/>
                <a:gd name="T42" fmla="*/ 61 w 1044"/>
                <a:gd name="T43" fmla="*/ 2614 h 2828"/>
                <a:gd name="T44" fmla="*/ 51 w 1044"/>
                <a:gd name="T45" fmla="*/ 2596 h 2828"/>
                <a:gd name="T46" fmla="*/ 41 w 1044"/>
                <a:gd name="T47" fmla="*/ 2576 h 2828"/>
                <a:gd name="T48" fmla="*/ 32 w 1044"/>
                <a:gd name="T49" fmla="*/ 2554 h 2828"/>
                <a:gd name="T50" fmla="*/ 25 w 1044"/>
                <a:gd name="T51" fmla="*/ 2533 h 2828"/>
                <a:gd name="T52" fmla="*/ 17 w 1044"/>
                <a:gd name="T53" fmla="*/ 2511 h 2828"/>
                <a:gd name="T54" fmla="*/ 13 w 1044"/>
                <a:gd name="T55" fmla="*/ 2488 h 2828"/>
                <a:gd name="T56" fmla="*/ 9 w 1044"/>
                <a:gd name="T57" fmla="*/ 2464 h 2828"/>
                <a:gd name="T58" fmla="*/ 5 w 1044"/>
                <a:gd name="T59" fmla="*/ 2440 h 2828"/>
                <a:gd name="T60" fmla="*/ 2 w 1044"/>
                <a:gd name="T61" fmla="*/ 2415 h 2828"/>
                <a:gd name="T62" fmla="*/ 0 w 1044"/>
                <a:gd name="T63" fmla="*/ 2389 h 2828"/>
                <a:gd name="T64" fmla="*/ 0 w 1044"/>
                <a:gd name="T65" fmla="*/ 2364 h 2828"/>
                <a:gd name="T66" fmla="*/ 0 w 1044"/>
                <a:gd name="T67" fmla="*/ 1479 h 2828"/>
                <a:gd name="T68" fmla="*/ 0 w 1044"/>
                <a:gd name="T69" fmla="*/ 1072 h 2828"/>
                <a:gd name="T70" fmla="*/ 0 w 1044"/>
                <a:gd name="T71" fmla="*/ 639 h 2828"/>
                <a:gd name="T72" fmla="*/ 0 w 1044"/>
                <a:gd name="T73" fmla="*/ 0 h 2828"/>
                <a:gd name="T74" fmla="*/ 526 w 1044"/>
                <a:gd name="T75" fmla="*/ 0 h 2828"/>
                <a:gd name="T76" fmla="*/ 526 w 1044"/>
                <a:gd name="T77" fmla="*/ 203 h 2828"/>
                <a:gd name="T78" fmla="*/ 526 w 1044"/>
                <a:gd name="T79" fmla="*/ 639 h 2828"/>
                <a:gd name="T80" fmla="*/ 1044 w 1044"/>
                <a:gd name="T81" fmla="*/ 639 h 2828"/>
                <a:gd name="T82" fmla="*/ 1044 w 1044"/>
                <a:gd name="T83" fmla="*/ 1072 h 2828"/>
                <a:gd name="T84" fmla="*/ 526 w 1044"/>
                <a:gd name="T85" fmla="*/ 1072 h 2828"/>
                <a:gd name="T86" fmla="*/ 526 w 1044"/>
                <a:gd name="T87" fmla="*/ 2272 h 2828"/>
                <a:gd name="T88" fmla="*/ 527 w 1044"/>
                <a:gd name="T89" fmla="*/ 2288 h 2828"/>
                <a:gd name="T90" fmla="*/ 527 w 1044"/>
                <a:gd name="T91" fmla="*/ 2302 h 2828"/>
                <a:gd name="T92" fmla="*/ 530 w 1044"/>
                <a:gd name="T93" fmla="*/ 2315 h 2828"/>
                <a:gd name="T94" fmla="*/ 533 w 1044"/>
                <a:gd name="T95" fmla="*/ 2326 h 2828"/>
                <a:gd name="T96" fmla="*/ 537 w 1044"/>
                <a:gd name="T97" fmla="*/ 2338 h 2828"/>
                <a:gd name="T98" fmla="*/ 543 w 1044"/>
                <a:gd name="T99" fmla="*/ 2348 h 2828"/>
                <a:gd name="T100" fmla="*/ 549 w 1044"/>
                <a:gd name="T101" fmla="*/ 2358 h 2828"/>
                <a:gd name="T102" fmla="*/ 556 w 1044"/>
                <a:gd name="T103" fmla="*/ 2365 h 2828"/>
                <a:gd name="T104" fmla="*/ 563 w 1044"/>
                <a:gd name="T105" fmla="*/ 2374 h 2828"/>
                <a:gd name="T106" fmla="*/ 572 w 1044"/>
                <a:gd name="T107" fmla="*/ 2379 h 2828"/>
                <a:gd name="T108" fmla="*/ 582 w 1044"/>
                <a:gd name="T109" fmla="*/ 2385 h 2828"/>
                <a:gd name="T110" fmla="*/ 592 w 1044"/>
                <a:gd name="T111" fmla="*/ 2389 h 2828"/>
                <a:gd name="T112" fmla="*/ 604 w 1044"/>
                <a:gd name="T113" fmla="*/ 2392 h 2828"/>
                <a:gd name="T114" fmla="*/ 615 w 1044"/>
                <a:gd name="T115" fmla="*/ 2395 h 2828"/>
                <a:gd name="T116" fmla="*/ 629 w 1044"/>
                <a:gd name="T117" fmla="*/ 2397 h 2828"/>
                <a:gd name="T118" fmla="*/ 642 w 1044"/>
                <a:gd name="T119" fmla="*/ 2397 h 2828"/>
                <a:gd name="T120" fmla="*/ 1044 w 1044"/>
                <a:gd name="T121" fmla="*/ 2397 h 2828"/>
                <a:gd name="T122" fmla="*/ 1044 w 1044"/>
                <a:gd name="T123" fmla="*/ 2828 h 2828"/>
                <a:gd name="T124" fmla="*/ 426 w 1044"/>
                <a:gd name="T125" fmla="*/ 2828 h 2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44" h="2828">
                  <a:moveTo>
                    <a:pt x="426" y="2828"/>
                  </a:moveTo>
                  <a:lnTo>
                    <a:pt x="403" y="2827"/>
                  </a:lnTo>
                  <a:lnTo>
                    <a:pt x="382" y="2824"/>
                  </a:lnTo>
                  <a:lnTo>
                    <a:pt x="360" y="2821"/>
                  </a:lnTo>
                  <a:lnTo>
                    <a:pt x="340" y="2817"/>
                  </a:lnTo>
                  <a:lnTo>
                    <a:pt x="318" y="2812"/>
                  </a:lnTo>
                  <a:lnTo>
                    <a:pt x="300" y="2806"/>
                  </a:lnTo>
                  <a:lnTo>
                    <a:pt x="280" y="2799"/>
                  </a:lnTo>
                  <a:lnTo>
                    <a:pt x="261" y="2792"/>
                  </a:lnTo>
                  <a:lnTo>
                    <a:pt x="242" y="2784"/>
                  </a:lnTo>
                  <a:lnTo>
                    <a:pt x="225" y="2775"/>
                  </a:lnTo>
                  <a:lnTo>
                    <a:pt x="208" y="2765"/>
                  </a:lnTo>
                  <a:lnTo>
                    <a:pt x="190" y="2753"/>
                  </a:lnTo>
                  <a:lnTo>
                    <a:pt x="173" y="2742"/>
                  </a:lnTo>
                  <a:lnTo>
                    <a:pt x="157" y="2729"/>
                  </a:lnTo>
                  <a:lnTo>
                    <a:pt x="143" y="2716"/>
                  </a:lnTo>
                  <a:lnTo>
                    <a:pt x="127" y="2702"/>
                  </a:lnTo>
                  <a:lnTo>
                    <a:pt x="113" y="2686"/>
                  </a:lnTo>
                  <a:lnTo>
                    <a:pt x="98" y="2669"/>
                  </a:lnTo>
                  <a:lnTo>
                    <a:pt x="84" y="2652"/>
                  </a:lnTo>
                  <a:lnTo>
                    <a:pt x="72" y="2633"/>
                  </a:lnTo>
                  <a:lnTo>
                    <a:pt x="61" y="2614"/>
                  </a:lnTo>
                  <a:lnTo>
                    <a:pt x="51" y="2596"/>
                  </a:lnTo>
                  <a:lnTo>
                    <a:pt x="41" y="2576"/>
                  </a:lnTo>
                  <a:lnTo>
                    <a:pt x="32" y="2554"/>
                  </a:lnTo>
                  <a:lnTo>
                    <a:pt x="25" y="2533"/>
                  </a:lnTo>
                  <a:lnTo>
                    <a:pt x="17" y="2511"/>
                  </a:lnTo>
                  <a:lnTo>
                    <a:pt x="13" y="2488"/>
                  </a:lnTo>
                  <a:lnTo>
                    <a:pt x="9" y="2464"/>
                  </a:lnTo>
                  <a:lnTo>
                    <a:pt x="5" y="2440"/>
                  </a:lnTo>
                  <a:lnTo>
                    <a:pt x="2" y="2415"/>
                  </a:lnTo>
                  <a:lnTo>
                    <a:pt x="0" y="2389"/>
                  </a:lnTo>
                  <a:lnTo>
                    <a:pt x="0" y="2364"/>
                  </a:lnTo>
                  <a:lnTo>
                    <a:pt x="0" y="1479"/>
                  </a:lnTo>
                  <a:lnTo>
                    <a:pt x="0" y="1072"/>
                  </a:lnTo>
                  <a:lnTo>
                    <a:pt x="0" y="639"/>
                  </a:lnTo>
                  <a:lnTo>
                    <a:pt x="0" y="0"/>
                  </a:lnTo>
                  <a:lnTo>
                    <a:pt x="526" y="0"/>
                  </a:lnTo>
                  <a:lnTo>
                    <a:pt x="526" y="203"/>
                  </a:lnTo>
                  <a:lnTo>
                    <a:pt x="526" y="639"/>
                  </a:lnTo>
                  <a:lnTo>
                    <a:pt x="1044" y="639"/>
                  </a:lnTo>
                  <a:lnTo>
                    <a:pt x="1044" y="1072"/>
                  </a:lnTo>
                  <a:lnTo>
                    <a:pt x="526" y="1072"/>
                  </a:lnTo>
                  <a:lnTo>
                    <a:pt x="526" y="2272"/>
                  </a:lnTo>
                  <a:lnTo>
                    <a:pt x="527" y="2288"/>
                  </a:lnTo>
                  <a:lnTo>
                    <a:pt x="527" y="2302"/>
                  </a:lnTo>
                  <a:lnTo>
                    <a:pt x="530" y="2315"/>
                  </a:lnTo>
                  <a:lnTo>
                    <a:pt x="533" y="2326"/>
                  </a:lnTo>
                  <a:lnTo>
                    <a:pt x="537" y="2338"/>
                  </a:lnTo>
                  <a:lnTo>
                    <a:pt x="543" y="2348"/>
                  </a:lnTo>
                  <a:lnTo>
                    <a:pt x="549" y="2358"/>
                  </a:lnTo>
                  <a:lnTo>
                    <a:pt x="556" y="2365"/>
                  </a:lnTo>
                  <a:lnTo>
                    <a:pt x="563" y="2374"/>
                  </a:lnTo>
                  <a:lnTo>
                    <a:pt x="572" y="2379"/>
                  </a:lnTo>
                  <a:lnTo>
                    <a:pt x="582" y="2385"/>
                  </a:lnTo>
                  <a:lnTo>
                    <a:pt x="592" y="2389"/>
                  </a:lnTo>
                  <a:lnTo>
                    <a:pt x="604" y="2392"/>
                  </a:lnTo>
                  <a:lnTo>
                    <a:pt x="615" y="2395"/>
                  </a:lnTo>
                  <a:lnTo>
                    <a:pt x="629" y="2397"/>
                  </a:lnTo>
                  <a:lnTo>
                    <a:pt x="642" y="2397"/>
                  </a:lnTo>
                  <a:lnTo>
                    <a:pt x="1044" y="2397"/>
                  </a:lnTo>
                  <a:lnTo>
                    <a:pt x="1044" y="2828"/>
                  </a:lnTo>
                  <a:lnTo>
                    <a:pt x="426" y="28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auto">
            <a:xfrm>
              <a:off x="7267575" y="5645150"/>
              <a:ext cx="366713" cy="363538"/>
            </a:xfrm>
            <a:custGeom>
              <a:avLst/>
              <a:gdLst>
                <a:gd name="T0" fmla="*/ 311 w 693"/>
                <a:gd name="T1" fmla="*/ 688 h 689"/>
                <a:gd name="T2" fmla="*/ 259 w 693"/>
                <a:gd name="T3" fmla="*/ 678 h 689"/>
                <a:gd name="T4" fmla="*/ 212 w 693"/>
                <a:gd name="T5" fmla="*/ 662 h 689"/>
                <a:gd name="T6" fmla="*/ 166 w 693"/>
                <a:gd name="T7" fmla="*/ 639 h 689"/>
                <a:gd name="T8" fmla="*/ 126 w 693"/>
                <a:gd name="T9" fmla="*/ 610 h 689"/>
                <a:gd name="T10" fmla="*/ 90 w 693"/>
                <a:gd name="T11" fmla="*/ 576 h 689"/>
                <a:gd name="T12" fmla="*/ 59 w 693"/>
                <a:gd name="T13" fmla="*/ 537 h 689"/>
                <a:gd name="T14" fmla="*/ 33 w 693"/>
                <a:gd name="T15" fmla="*/ 494 h 689"/>
                <a:gd name="T16" fmla="*/ 15 w 693"/>
                <a:gd name="T17" fmla="*/ 447 h 689"/>
                <a:gd name="T18" fmla="*/ 3 w 693"/>
                <a:gd name="T19" fmla="*/ 397 h 689"/>
                <a:gd name="T20" fmla="*/ 0 w 693"/>
                <a:gd name="T21" fmla="*/ 344 h 689"/>
                <a:gd name="T22" fmla="*/ 3 w 693"/>
                <a:gd name="T23" fmla="*/ 292 h 689"/>
                <a:gd name="T24" fmla="*/ 15 w 693"/>
                <a:gd name="T25" fmla="*/ 242 h 689"/>
                <a:gd name="T26" fmla="*/ 33 w 693"/>
                <a:gd name="T27" fmla="*/ 194 h 689"/>
                <a:gd name="T28" fmla="*/ 59 w 693"/>
                <a:gd name="T29" fmla="*/ 151 h 689"/>
                <a:gd name="T30" fmla="*/ 90 w 693"/>
                <a:gd name="T31" fmla="*/ 111 h 689"/>
                <a:gd name="T32" fmla="*/ 126 w 693"/>
                <a:gd name="T33" fmla="*/ 78 h 689"/>
                <a:gd name="T34" fmla="*/ 166 w 693"/>
                <a:gd name="T35" fmla="*/ 48 h 689"/>
                <a:gd name="T36" fmla="*/ 212 w 693"/>
                <a:gd name="T37" fmla="*/ 27 h 689"/>
                <a:gd name="T38" fmla="*/ 259 w 693"/>
                <a:gd name="T39" fmla="*/ 10 h 689"/>
                <a:gd name="T40" fmla="*/ 311 w 693"/>
                <a:gd name="T41" fmla="*/ 1 h 689"/>
                <a:gd name="T42" fmla="*/ 365 w 693"/>
                <a:gd name="T43" fmla="*/ 0 h 689"/>
                <a:gd name="T44" fmla="*/ 416 w 693"/>
                <a:gd name="T45" fmla="*/ 7 h 689"/>
                <a:gd name="T46" fmla="*/ 465 w 693"/>
                <a:gd name="T47" fmla="*/ 20 h 689"/>
                <a:gd name="T48" fmla="*/ 511 w 693"/>
                <a:gd name="T49" fmla="*/ 41 h 689"/>
                <a:gd name="T50" fmla="*/ 553 w 693"/>
                <a:gd name="T51" fmla="*/ 67 h 689"/>
                <a:gd name="T52" fmla="*/ 591 w 693"/>
                <a:gd name="T53" fmla="*/ 100 h 689"/>
                <a:gd name="T54" fmla="*/ 624 w 693"/>
                <a:gd name="T55" fmla="*/ 137 h 689"/>
                <a:gd name="T56" fmla="*/ 651 w 693"/>
                <a:gd name="T57" fmla="*/ 180 h 689"/>
                <a:gd name="T58" fmla="*/ 671 w 693"/>
                <a:gd name="T59" fmla="*/ 226 h 689"/>
                <a:gd name="T60" fmla="*/ 686 w 693"/>
                <a:gd name="T61" fmla="*/ 275 h 689"/>
                <a:gd name="T62" fmla="*/ 693 w 693"/>
                <a:gd name="T63" fmla="*/ 326 h 689"/>
                <a:gd name="T64" fmla="*/ 691 w 693"/>
                <a:gd name="T65" fmla="*/ 379 h 689"/>
                <a:gd name="T66" fmla="*/ 681 w 693"/>
                <a:gd name="T67" fmla="*/ 430 h 689"/>
                <a:gd name="T68" fmla="*/ 666 w 693"/>
                <a:gd name="T69" fmla="*/ 478 h 689"/>
                <a:gd name="T70" fmla="*/ 643 w 693"/>
                <a:gd name="T71" fmla="*/ 523 h 689"/>
                <a:gd name="T72" fmla="*/ 614 w 693"/>
                <a:gd name="T73" fmla="*/ 563 h 689"/>
                <a:gd name="T74" fmla="*/ 579 w 693"/>
                <a:gd name="T75" fmla="*/ 599 h 689"/>
                <a:gd name="T76" fmla="*/ 540 w 693"/>
                <a:gd name="T77" fmla="*/ 630 h 689"/>
                <a:gd name="T78" fmla="*/ 497 w 693"/>
                <a:gd name="T79" fmla="*/ 655 h 689"/>
                <a:gd name="T80" fmla="*/ 450 w 693"/>
                <a:gd name="T81" fmla="*/ 673 h 689"/>
                <a:gd name="T82" fmla="*/ 399 w 693"/>
                <a:gd name="T83" fmla="*/ 685 h 689"/>
                <a:gd name="T84" fmla="*/ 346 w 693"/>
                <a:gd name="T85" fmla="*/ 689 h 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93" h="689">
                  <a:moveTo>
                    <a:pt x="346" y="689"/>
                  </a:moveTo>
                  <a:lnTo>
                    <a:pt x="329" y="689"/>
                  </a:lnTo>
                  <a:lnTo>
                    <a:pt x="311" y="688"/>
                  </a:lnTo>
                  <a:lnTo>
                    <a:pt x="294" y="685"/>
                  </a:lnTo>
                  <a:lnTo>
                    <a:pt x="277" y="682"/>
                  </a:lnTo>
                  <a:lnTo>
                    <a:pt x="259" y="678"/>
                  </a:lnTo>
                  <a:lnTo>
                    <a:pt x="244" y="673"/>
                  </a:lnTo>
                  <a:lnTo>
                    <a:pt x="226" y="667"/>
                  </a:lnTo>
                  <a:lnTo>
                    <a:pt x="212" y="662"/>
                  </a:lnTo>
                  <a:lnTo>
                    <a:pt x="196" y="655"/>
                  </a:lnTo>
                  <a:lnTo>
                    <a:pt x="182" y="647"/>
                  </a:lnTo>
                  <a:lnTo>
                    <a:pt x="166" y="639"/>
                  </a:lnTo>
                  <a:lnTo>
                    <a:pt x="153" y="630"/>
                  </a:lnTo>
                  <a:lnTo>
                    <a:pt x="139" y="620"/>
                  </a:lnTo>
                  <a:lnTo>
                    <a:pt x="126" y="610"/>
                  </a:lnTo>
                  <a:lnTo>
                    <a:pt x="113" y="599"/>
                  </a:lnTo>
                  <a:lnTo>
                    <a:pt x="101" y="587"/>
                  </a:lnTo>
                  <a:lnTo>
                    <a:pt x="90" y="576"/>
                  </a:lnTo>
                  <a:lnTo>
                    <a:pt x="79" y="563"/>
                  </a:lnTo>
                  <a:lnTo>
                    <a:pt x="68" y="550"/>
                  </a:lnTo>
                  <a:lnTo>
                    <a:pt x="59" y="537"/>
                  </a:lnTo>
                  <a:lnTo>
                    <a:pt x="49" y="523"/>
                  </a:lnTo>
                  <a:lnTo>
                    <a:pt x="42" y="508"/>
                  </a:lnTo>
                  <a:lnTo>
                    <a:pt x="33" y="494"/>
                  </a:lnTo>
                  <a:lnTo>
                    <a:pt x="26" y="478"/>
                  </a:lnTo>
                  <a:lnTo>
                    <a:pt x="20" y="463"/>
                  </a:lnTo>
                  <a:lnTo>
                    <a:pt x="15" y="447"/>
                  </a:lnTo>
                  <a:lnTo>
                    <a:pt x="10" y="430"/>
                  </a:lnTo>
                  <a:lnTo>
                    <a:pt x="6" y="414"/>
                  </a:lnTo>
                  <a:lnTo>
                    <a:pt x="3" y="397"/>
                  </a:lnTo>
                  <a:lnTo>
                    <a:pt x="2" y="379"/>
                  </a:lnTo>
                  <a:lnTo>
                    <a:pt x="0" y="362"/>
                  </a:lnTo>
                  <a:lnTo>
                    <a:pt x="0" y="344"/>
                  </a:lnTo>
                  <a:lnTo>
                    <a:pt x="0" y="326"/>
                  </a:lnTo>
                  <a:lnTo>
                    <a:pt x="2" y="309"/>
                  </a:lnTo>
                  <a:lnTo>
                    <a:pt x="3" y="292"/>
                  </a:lnTo>
                  <a:lnTo>
                    <a:pt x="6" y="275"/>
                  </a:lnTo>
                  <a:lnTo>
                    <a:pt x="10" y="258"/>
                  </a:lnTo>
                  <a:lnTo>
                    <a:pt x="15" y="242"/>
                  </a:lnTo>
                  <a:lnTo>
                    <a:pt x="20" y="226"/>
                  </a:lnTo>
                  <a:lnTo>
                    <a:pt x="26" y="210"/>
                  </a:lnTo>
                  <a:lnTo>
                    <a:pt x="33" y="194"/>
                  </a:lnTo>
                  <a:lnTo>
                    <a:pt x="42" y="180"/>
                  </a:lnTo>
                  <a:lnTo>
                    <a:pt x="49" y="164"/>
                  </a:lnTo>
                  <a:lnTo>
                    <a:pt x="59" y="151"/>
                  </a:lnTo>
                  <a:lnTo>
                    <a:pt x="68" y="137"/>
                  </a:lnTo>
                  <a:lnTo>
                    <a:pt x="79" y="124"/>
                  </a:lnTo>
                  <a:lnTo>
                    <a:pt x="90" y="111"/>
                  </a:lnTo>
                  <a:lnTo>
                    <a:pt x="101" y="100"/>
                  </a:lnTo>
                  <a:lnTo>
                    <a:pt x="113" y="88"/>
                  </a:lnTo>
                  <a:lnTo>
                    <a:pt x="126" y="78"/>
                  </a:lnTo>
                  <a:lnTo>
                    <a:pt x="139" y="67"/>
                  </a:lnTo>
                  <a:lnTo>
                    <a:pt x="153" y="58"/>
                  </a:lnTo>
                  <a:lnTo>
                    <a:pt x="166" y="48"/>
                  </a:lnTo>
                  <a:lnTo>
                    <a:pt x="182" y="41"/>
                  </a:lnTo>
                  <a:lnTo>
                    <a:pt x="196" y="32"/>
                  </a:lnTo>
                  <a:lnTo>
                    <a:pt x="212" y="27"/>
                  </a:lnTo>
                  <a:lnTo>
                    <a:pt x="226" y="20"/>
                  </a:lnTo>
                  <a:lnTo>
                    <a:pt x="244" y="14"/>
                  </a:lnTo>
                  <a:lnTo>
                    <a:pt x="259" y="10"/>
                  </a:lnTo>
                  <a:lnTo>
                    <a:pt x="277" y="7"/>
                  </a:lnTo>
                  <a:lnTo>
                    <a:pt x="294" y="2"/>
                  </a:lnTo>
                  <a:lnTo>
                    <a:pt x="311" y="1"/>
                  </a:lnTo>
                  <a:lnTo>
                    <a:pt x="329" y="0"/>
                  </a:lnTo>
                  <a:lnTo>
                    <a:pt x="346" y="0"/>
                  </a:lnTo>
                  <a:lnTo>
                    <a:pt x="365" y="0"/>
                  </a:lnTo>
                  <a:lnTo>
                    <a:pt x="382" y="1"/>
                  </a:lnTo>
                  <a:lnTo>
                    <a:pt x="399" y="2"/>
                  </a:lnTo>
                  <a:lnTo>
                    <a:pt x="416" y="7"/>
                  </a:lnTo>
                  <a:lnTo>
                    <a:pt x="432" y="10"/>
                  </a:lnTo>
                  <a:lnTo>
                    <a:pt x="450" y="14"/>
                  </a:lnTo>
                  <a:lnTo>
                    <a:pt x="465" y="20"/>
                  </a:lnTo>
                  <a:lnTo>
                    <a:pt x="481" y="27"/>
                  </a:lnTo>
                  <a:lnTo>
                    <a:pt x="497" y="32"/>
                  </a:lnTo>
                  <a:lnTo>
                    <a:pt x="511" y="41"/>
                  </a:lnTo>
                  <a:lnTo>
                    <a:pt x="526" y="48"/>
                  </a:lnTo>
                  <a:lnTo>
                    <a:pt x="540" y="58"/>
                  </a:lnTo>
                  <a:lnTo>
                    <a:pt x="553" y="67"/>
                  </a:lnTo>
                  <a:lnTo>
                    <a:pt x="566" y="78"/>
                  </a:lnTo>
                  <a:lnTo>
                    <a:pt x="579" y="88"/>
                  </a:lnTo>
                  <a:lnTo>
                    <a:pt x="591" y="100"/>
                  </a:lnTo>
                  <a:lnTo>
                    <a:pt x="602" y="111"/>
                  </a:lnTo>
                  <a:lnTo>
                    <a:pt x="614" y="124"/>
                  </a:lnTo>
                  <a:lnTo>
                    <a:pt x="624" y="137"/>
                  </a:lnTo>
                  <a:lnTo>
                    <a:pt x="634" y="151"/>
                  </a:lnTo>
                  <a:lnTo>
                    <a:pt x="643" y="164"/>
                  </a:lnTo>
                  <a:lnTo>
                    <a:pt x="651" y="180"/>
                  </a:lnTo>
                  <a:lnTo>
                    <a:pt x="658" y="194"/>
                  </a:lnTo>
                  <a:lnTo>
                    <a:pt x="666" y="210"/>
                  </a:lnTo>
                  <a:lnTo>
                    <a:pt x="671" y="226"/>
                  </a:lnTo>
                  <a:lnTo>
                    <a:pt x="677" y="242"/>
                  </a:lnTo>
                  <a:lnTo>
                    <a:pt x="681" y="258"/>
                  </a:lnTo>
                  <a:lnTo>
                    <a:pt x="686" y="275"/>
                  </a:lnTo>
                  <a:lnTo>
                    <a:pt x="689" y="292"/>
                  </a:lnTo>
                  <a:lnTo>
                    <a:pt x="691" y="309"/>
                  </a:lnTo>
                  <a:lnTo>
                    <a:pt x="693" y="326"/>
                  </a:lnTo>
                  <a:lnTo>
                    <a:pt x="693" y="344"/>
                  </a:lnTo>
                  <a:lnTo>
                    <a:pt x="693" y="362"/>
                  </a:lnTo>
                  <a:lnTo>
                    <a:pt x="691" y="379"/>
                  </a:lnTo>
                  <a:lnTo>
                    <a:pt x="689" y="397"/>
                  </a:lnTo>
                  <a:lnTo>
                    <a:pt x="686" y="414"/>
                  </a:lnTo>
                  <a:lnTo>
                    <a:pt x="681" y="430"/>
                  </a:lnTo>
                  <a:lnTo>
                    <a:pt x="677" y="447"/>
                  </a:lnTo>
                  <a:lnTo>
                    <a:pt x="671" y="463"/>
                  </a:lnTo>
                  <a:lnTo>
                    <a:pt x="666" y="478"/>
                  </a:lnTo>
                  <a:lnTo>
                    <a:pt x="658" y="494"/>
                  </a:lnTo>
                  <a:lnTo>
                    <a:pt x="651" y="508"/>
                  </a:lnTo>
                  <a:lnTo>
                    <a:pt x="643" y="523"/>
                  </a:lnTo>
                  <a:lnTo>
                    <a:pt x="634" y="537"/>
                  </a:lnTo>
                  <a:lnTo>
                    <a:pt x="624" y="550"/>
                  </a:lnTo>
                  <a:lnTo>
                    <a:pt x="614" y="563"/>
                  </a:lnTo>
                  <a:lnTo>
                    <a:pt x="602" y="576"/>
                  </a:lnTo>
                  <a:lnTo>
                    <a:pt x="591" y="587"/>
                  </a:lnTo>
                  <a:lnTo>
                    <a:pt x="579" y="599"/>
                  </a:lnTo>
                  <a:lnTo>
                    <a:pt x="566" y="610"/>
                  </a:lnTo>
                  <a:lnTo>
                    <a:pt x="553" y="620"/>
                  </a:lnTo>
                  <a:lnTo>
                    <a:pt x="540" y="630"/>
                  </a:lnTo>
                  <a:lnTo>
                    <a:pt x="526" y="639"/>
                  </a:lnTo>
                  <a:lnTo>
                    <a:pt x="511" y="647"/>
                  </a:lnTo>
                  <a:lnTo>
                    <a:pt x="497" y="655"/>
                  </a:lnTo>
                  <a:lnTo>
                    <a:pt x="481" y="662"/>
                  </a:lnTo>
                  <a:lnTo>
                    <a:pt x="465" y="667"/>
                  </a:lnTo>
                  <a:lnTo>
                    <a:pt x="450" y="673"/>
                  </a:lnTo>
                  <a:lnTo>
                    <a:pt x="432" y="678"/>
                  </a:lnTo>
                  <a:lnTo>
                    <a:pt x="416" y="682"/>
                  </a:lnTo>
                  <a:lnTo>
                    <a:pt x="399" y="685"/>
                  </a:lnTo>
                  <a:lnTo>
                    <a:pt x="382" y="688"/>
                  </a:lnTo>
                  <a:lnTo>
                    <a:pt x="365" y="689"/>
                  </a:lnTo>
                  <a:lnTo>
                    <a:pt x="346" y="68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497" y="-1789"/>
            <a:ext cx="3206503" cy="159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658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83F69C-F7BB-5175-BE49-F2ED7B9DA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6D55D-BEE9-451F-8EA1-CC3F6D75F688}" type="datetime1">
              <a:rPr lang="LID4096" smtClean="0"/>
              <a:t>12/16/2025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B71523-4AF0-686F-2EA7-1DADB5C90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57439AE-D8F3-E194-9404-B1B656FC5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220" y="6311900"/>
            <a:ext cx="2743200" cy="365125"/>
          </a:xfrm>
        </p:spPr>
        <p:txBody>
          <a:bodyPr/>
          <a:lstStyle/>
          <a:p>
            <a:fld id="{434CFA44-636E-7249-8DDC-D7B371D51B0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16849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838200" y="586740"/>
            <a:ext cx="1051560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682599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63" r:id="rId4"/>
    <p:sldLayoutId id="2147483664" r:id="rId5"/>
    <p:sldLayoutId id="2147483665" r:id="rId6"/>
    <p:sldLayoutId id="2147483666" r:id="rId7"/>
    <p:sldLayoutId id="2147483661" r:id="rId8"/>
    <p:sldLayoutId id="2147483662" r:id="rId9"/>
    <p:sldLayoutId id="2147483668" r:id="rId10"/>
    <p:sldLayoutId id="214748366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FF0000"/>
          </a:solidFill>
          <a:latin typeface="Onest SemiBold" panose="020B060402020202020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Wix Madefor Display" panose="020B0604020202020204" charset="-52"/>
          <a:ea typeface="+mn-ea"/>
          <a:cs typeface="Wix Madefor Display" panose="020B0604020202020204" charset="-5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7.png"/><Relationship Id="rId4" Type="http://schemas.openxmlformats.org/officeDocument/2006/relationships/image" Target="../media/image25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11" Type="http://schemas.openxmlformats.org/officeDocument/2006/relationships/image" Target="../media/image29.png"/><Relationship Id="rId5" Type="http://schemas.openxmlformats.org/officeDocument/2006/relationships/image" Target="../media/image27.png"/><Relationship Id="rId10" Type="http://schemas.openxmlformats.org/officeDocument/2006/relationships/image" Target="../media/image26.png"/><Relationship Id="rId4" Type="http://schemas.openxmlformats.org/officeDocument/2006/relationships/image" Target="../media/image25.svg"/><Relationship Id="rId9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1865"/>
            <a:ext cx="3556932" cy="74662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МЕЧТАЮТ ЛИ АВТОБОТЫ ОБ АВТОТЕСТАХ?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839788" y="4397374"/>
            <a:ext cx="4794250" cy="1692141"/>
          </a:xfrm>
        </p:spPr>
        <p:txBody>
          <a:bodyPr>
            <a:normAutofit/>
          </a:bodyPr>
          <a:lstStyle/>
          <a:p>
            <a:r>
              <a:rPr lang="en-US" b="1" dirty="0" err="1"/>
              <a:t>И</a:t>
            </a:r>
            <a:r>
              <a:rPr lang="ru-RU" b="1" dirty="0" err="1"/>
              <a:t>горь</a:t>
            </a:r>
            <a:r>
              <a:rPr lang="ru-RU" b="1" dirty="0"/>
              <a:t> Сахно</a:t>
            </a:r>
          </a:p>
          <a:p>
            <a:pPr>
              <a:lnSpc>
                <a:spcPct val="70000"/>
              </a:lnSpc>
              <a:spcBef>
                <a:spcPts val="1200"/>
              </a:spcBef>
            </a:pPr>
            <a:r>
              <a:rPr lang="ru-RU" dirty="0"/>
              <a:t>Ведущий </a:t>
            </a:r>
            <a:r>
              <a:rPr lang="ru-RU" dirty="0" smtClean="0"/>
              <a:t>инженер</a:t>
            </a:r>
            <a:endParaRPr lang="ru-RU" dirty="0"/>
          </a:p>
          <a:p>
            <a:pPr>
              <a:lnSpc>
                <a:spcPct val="70000"/>
              </a:lnSpc>
            </a:pPr>
            <a:r>
              <a:rPr lang="ru-RU" dirty="0" smtClean="0"/>
              <a:t>по тестированию </a:t>
            </a:r>
            <a:endParaRPr lang="ru-RU" dirty="0"/>
          </a:p>
          <a:p>
            <a:pPr>
              <a:lnSpc>
                <a:spcPct val="70000"/>
              </a:lnSpc>
            </a:pPr>
            <a:r>
              <a:rPr lang="ru-RU" dirty="0"/>
              <a:t>о</a:t>
            </a:r>
            <a:r>
              <a:rPr lang="ru-RU" dirty="0" smtClean="0"/>
              <a:t>тдела </a:t>
            </a:r>
            <a:r>
              <a:rPr lang="ru-RU" dirty="0"/>
              <a:t>R</a:t>
            </a:r>
            <a:r>
              <a:rPr lang="en-US" dirty="0" err="1"/>
              <a:t>nD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Опыт выстраивания </a:t>
            </a:r>
            <a:r>
              <a:rPr lang="ru-RU" dirty="0" err="1"/>
              <a:t>автотестов</a:t>
            </a:r>
            <a:r>
              <a:rPr lang="ru-RU" dirty="0"/>
              <a:t> с нуля </a:t>
            </a:r>
            <a:r>
              <a:rPr lang="ru-RU" dirty="0" smtClean="0"/>
              <a:t>с привлечением</a:t>
            </a:r>
            <a:endParaRPr lang="en-US" dirty="0" smtClean="0"/>
          </a:p>
          <a:p>
            <a:r>
              <a:rPr lang="ru-RU" dirty="0" smtClean="0"/>
              <a:t>к процессам </a:t>
            </a:r>
            <a:r>
              <a:rPr lang="en-US" dirty="0" smtClean="0"/>
              <a:t>manual QA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6A9065B-4C16-42D2-AAD9-DE5C0D186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932" y="4332561"/>
            <a:ext cx="1844487" cy="184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8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1"/>
          </p:nvPr>
        </p:nvSpPr>
        <p:spPr>
          <a:xfrm>
            <a:off x="741680" y="2164977"/>
            <a:ext cx="4899212" cy="252804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 err="1" smtClean="0"/>
              <a:t>ЧатБот</a:t>
            </a:r>
            <a:r>
              <a:rPr lang="ru-RU" dirty="0" smtClean="0"/>
              <a:t> ДП – первая линия обороны между клиентами и операторами техподдержки, цель </a:t>
            </a:r>
            <a:r>
              <a:rPr lang="ru-RU" dirty="0" err="1" smtClean="0"/>
              <a:t>чатбота</a:t>
            </a:r>
            <a:r>
              <a:rPr lang="ru-RU" dirty="0" smtClean="0"/>
              <a:t> </a:t>
            </a:r>
            <a:r>
              <a:rPr lang="ru-RU" dirty="0"/>
              <a:t>— решить </a:t>
            </a:r>
            <a:r>
              <a:rPr lang="ru-RU" dirty="0" smtClean="0"/>
              <a:t>возникающие у клиента вопросы, касающиеся денежных переводов </a:t>
            </a:r>
            <a:br>
              <a:rPr lang="ru-RU" dirty="0" smtClean="0"/>
            </a:br>
            <a:r>
              <a:rPr lang="ru-RU" dirty="0" smtClean="0"/>
              <a:t>и займов, работает на пяти языках, </a:t>
            </a:r>
            <a:br>
              <a:rPr lang="ru-RU" dirty="0" smtClean="0"/>
            </a:br>
            <a:r>
              <a:rPr lang="ru-RU" dirty="0" smtClean="0"/>
              <a:t>языки и намерения клиентов </a:t>
            </a:r>
            <a:br>
              <a:rPr lang="ru-RU" dirty="0" smtClean="0"/>
            </a:br>
            <a:r>
              <a:rPr lang="ru-RU" dirty="0" smtClean="0"/>
              <a:t>определяет автоматически</a:t>
            </a:r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31520" y="394793"/>
            <a:ext cx="4899212" cy="851302"/>
          </a:xfrm>
        </p:spPr>
        <p:txBody>
          <a:bodyPr/>
          <a:lstStyle/>
          <a:p>
            <a:r>
              <a:rPr lang="ru-RU" dirty="0" err="1"/>
              <a:t>ЧатБот</a:t>
            </a:r>
            <a:r>
              <a:rPr lang="ru-RU" dirty="0"/>
              <a:t> ДП МП «</a:t>
            </a:r>
            <a:r>
              <a:rPr lang="ru-RU" dirty="0" err="1"/>
              <a:t>K</a:t>
            </a:r>
            <a:r>
              <a:rPr lang="en-US" dirty="0" err="1"/>
              <a:t>orona</a:t>
            </a:r>
            <a:r>
              <a:rPr lang="ru-RU" dirty="0"/>
              <a:t>»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678031DD-3BB6-7C11-BA8B-B628A0E7E5EE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7932048" y="394793"/>
            <a:ext cx="2776442" cy="6023470"/>
          </a:xfrm>
          <a:prstGeom prst="rect">
            <a:avLst/>
          </a:prstGeom>
          <a:ln w="28575">
            <a:solidFill>
              <a:srgbClr val="F20C0C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2458152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721360" y="394792"/>
            <a:ext cx="10515600" cy="851303"/>
          </a:xfrm>
        </p:spPr>
        <p:txBody>
          <a:bodyPr/>
          <a:lstStyle/>
          <a:p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Кнопочное меню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1868ED9-FDE6-603F-2E3D-AA43948F97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36"/>
          <a:stretch/>
        </p:blipFill>
        <p:spPr>
          <a:xfrm>
            <a:off x="872307" y="1012258"/>
            <a:ext cx="2615855" cy="5394960"/>
          </a:xfrm>
          <a:prstGeom prst="rect">
            <a:avLst/>
          </a:prstGeom>
          <a:ln w="28575">
            <a:solidFill>
              <a:srgbClr val="F20C0C"/>
            </a:solidFill>
          </a:ln>
        </p:spPr>
      </p:pic>
    </p:spTree>
    <p:extLst>
      <p:ext uri="{BB962C8B-B14F-4D97-AF65-F5344CB8AC3E}">
        <p14:creationId xmlns:p14="http://schemas.microsoft.com/office/powerpoint/2010/main" val="1110802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721360" y="394792"/>
            <a:ext cx="10515600" cy="851303"/>
          </a:xfrm>
        </p:spPr>
        <p:txBody>
          <a:bodyPr/>
          <a:lstStyle/>
          <a:p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Кнопочное меню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1868ED9-FDE6-603F-2E3D-AA43948F97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36"/>
          <a:stretch/>
        </p:blipFill>
        <p:spPr>
          <a:xfrm>
            <a:off x="872307" y="1012258"/>
            <a:ext cx="2615855" cy="5394960"/>
          </a:xfrm>
          <a:prstGeom prst="rect">
            <a:avLst/>
          </a:prstGeom>
          <a:ln w="28575">
            <a:solidFill>
              <a:srgbClr val="F20C0C"/>
            </a:solidFill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ABABE5-1487-6CC8-979A-3C8C118131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36"/>
          <a:stretch/>
        </p:blipFill>
        <p:spPr>
          <a:xfrm>
            <a:off x="4780884" y="1012258"/>
            <a:ext cx="2615855" cy="5394960"/>
          </a:xfrm>
          <a:prstGeom prst="rect">
            <a:avLst/>
          </a:prstGeom>
          <a:ln w="28575">
            <a:solidFill>
              <a:srgbClr val="F20C0C"/>
            </a:solidFill>
          </a:ln>
        </p:spPr>
      </p:pic>
    </p:spTree>
    <p:extLst>
      <p:ext uri="{BB962C8B-B14F-4D97-AF65-F5344CB8AC3E}">
        <p14:creationId xmlns:p14="http://schemas.microsoft.com/office/powerpoint/2010/main" val="1075923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721360" y="394792"/>
            <a:ext cx="10515600" cy="851303"/>
          </a:xfrm>
        </p:spPr>
        <p:txBody>
          <a:bodyPr/>
          <a:lstStyle/>
          <a:p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Кнопочное меню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1868ED9-FDE6-603F-2E3D-AA43948F97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36"/>
          <a:stretch/>
        </p:blipFill>
        <p:spPr>
          <a:xfrm>
            <a:off x="872307" y="1012258"/>
            <a:ext cx="2615855" cy="5394960"/>
          </a:xfrm>
          <a:prstGeom prst="rect">
            <a:avLst/>
          </a:prstGeom>
          <a:ln w="28575">
            <a:solidFill>
              <a:srgbClr val="F20C0C"/>
            </a:solidFill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ABABE5-1487-6CC8-979A-3C8C118131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36"/>
          <a:stretch/>
        </p:blipFill>
        <p:spPr>
          <a:xfrm>
            <a:off x="4780884" y="1012258"/>
            <a:ext cx="2615855" cy="5394960"/>
          </a:xfrm>
          <a:prstGeom prst="rect">
            <a:avLst/>
          </a:prstGeom>
          <a:ln w="28575">
            <a:solidFill>
              <a:srgbClr val="F20C0C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C0468AD-C213-454D-A233-344FC1BC1B9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031"/>
          <a:stretch/>
        </p:blipFill>
        <p:spPr>
          <a:xfrm>
            <a:off x="8689460" y="1012258"/>
            <a:ext cx="2618447" cy="5394960"/>
          </a:xfrm>
          <a:prstGeom prst="rect">
            <a:avLst/>
          </a:prstGeom>
          <a:ln w="28575">
            <a:solidFill>
              <a:srgbClr val="F20C0C"/>
            </a:solidFill>
          </a:ln>
        </p:spPr>
      </p:pic>
    </p:spTree>
    <p:extLst>
      <p:ext uri="{BB962C8B-B14F-4D97-AF65-F5344CB8AC3E}">
        <p14:creationId xmlns:p14="http://schemas.microsoft.com/office/powerpoint/2010/main" val="1089960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721360" y="394792"/>
            <a:ext cx="10515600" cy="851303"/>
          </a:xfrm>
        </p:spPr>
        <p:txBody>
          <a:bodyPr/>
          <a:lstStyle/>
          <a:p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Распознавание текста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D6260CC-78E9-520A-6A4A-9DA38A913F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742"/>
          <a:stretch/>
        </p:blipFill>
        <p:spPr>
          <a:xfrm>
            <a:off x="872306" y="1012259"/>
            <a:ext cx="2610542" cy="5394960"/>
          </a:xfrm>
          <a:prstGeom prst="rect">
            <a:avLst/>
          </a:prstGeom>
          <a:ln w="28575">
            <a:solidFill>
              <a:srgbClr val="F20C0C"/>
            </a:solidFill>
          </a:ln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E54A002-2639-42F4-0DB4-A7A1B64B00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742"/>
          <a:stretch/>
        </p:blipFill>
        <p:spPr>
          <a:xfrm>
            <a:off x="4780884" y="1012260"/>
            <a:ext cx="2610542" cy="5394958"/>
          </a:xfrm>
          <a:prstGeom prst="rect">
            <a:avLst/>
          </a:prstGeom>
          <a:ln w="28575">
            <a:solidFill>
              <a:srgbClr val="F20C0C"/>
            </a:solidFill>
          </a:ln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7ED2A74-EF22-5B8D-3ECE-23CC5646CD0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742"/>
          <a:stretch/>
        </p:blipFill>
        <p:spPr>
          <a:xfrm>
            <a:off x="8689461" y="1012257"/>
            <a:ext cx="2610544" cy="5394961"/>
          </a:xfrm>
          <a:prstGeom prst="rect">
            <a:avLst/>
          </a:prstGeom>
          <a:ln w="28575">
            <a:solidFill>
              <a:srgbClr val="F20C0C"/>
            </a:solidFill>
          </a:ln>
        </p:spPr>
      </p:pic>
    </p:spTree>
    <p:extLst>
      <p:ext uri="{BB962C8B-B14F-4D97-AF65-F5344CB8AC3E}">
        <p14:creationId xmlns:p14="http://schemas.microsoft.com/office/powerpoint/2010/main" val="1272837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6404" y="2081352"/>
            <a:ext cx="9828212" cy="1212206"/>
          </a:xfrm>
        </p:spPr>
        <p:txBody>
          <a:bodyPr/>
          <a:lstStyle/>
          <a:p>
            <a:r>
              <a:rPr lang="ru-RU" dirty="0"/>
              <a:t>АРМ «АВТОБОТ»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5551DDF-DA39-759A-24CB-3C724F0501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73" b="8975"/>
          <a:stretch/>
        </p:blipFill>
        <p:spPr>
          <a:xfrm>
            <a:off x="491288" y="3016466"/>
            <a:ext cx="2188851" cy="154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971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723021" y="394792"/>
            <a:ext cx="10515600" cy="851303"/>
          </a:xfrm>
        </p:spPr>
        <p:txBody>
          <a:bodyPr/>
          <a:lstStyle/>
          <a:p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Интерфейс АРМ «</a:t>
            </a:r>
            <a:r>
              <a:rPr lang="ru-RU" b="1" dirty="0" err="1">
                <a:latin typeface="Onest SemiBold" pitchFamily="2" charset="0"/>
                <a:ea typeface="Verdana" panose="020B0604030504040204" pitchFamily="34" charset="0"/>
              </a:rPr>
              <a:t>Автобот</a:t>
            </a:r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»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1AF0AA6-64C4-D194-4095-36F7E9D370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305" y="1077738"/>
            <a:ext cx="6971391" cy="5304190"/>
          </a:xfrm>
          <a:prstGeom prst="rect">
            <a:avLst/>
          </a:prstGeom>
          <a:ln w="28575">
            <a:solidFill>
              <a:srgbClr val="F20C0C"/>
            </a:solidFill>
          </a:ln>
        </p:spPr>
      </p:pic>
    </p:spTree>
    <p:extLst>
      <p:ext uri="{BB962C8B-B14F-4D97-AF65-F5344CB8AC3E}">
        <p14:creationId xmlns:p14="http://schemas.microsoft.com/office/powerpoint/2010/main" val="3892173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736600" y="394792"/>
            <a:ext cx="10515600" cy="851303"/>
          </a:xfrm>
        </p:spPr>
        <p:txBody>
          <a:bodyPr/>
          <a:lstStyle/>
          <a:p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Страница </a:t>
            </a:r>
            <a:r>
              <a:rPr lang="ru-RU" b="1" dirty="0" smtClean="0">
                <a:latin typeface="Onest SemiBold" pitchFamily="2" charset="0"/>
                <a:ea typeface="Verdana" panose="020B0604030504040204" pitchFamily="34" charset="0"/>
              </a:rPr>
              <a:t>списков </a:t>
            </a:r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сценариев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3E3FB97-256A-74EA-0F8A-4FA70E5568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588"/>
          <a:stretch/>
        </p:blipFill>
        <p:spPr>
          <a:xfrm>
            <a:off x="1458309" y="1072877"/>
            <a:ext cx="9276929" cy="5309051"/>
          </a:xfrm>
          <a:prstGeom prst="rect">
            <a:avLst/>
          </a:prstGeom>
          <a:ln w="28575">
            <a:solidFill>
              <a:srgbClr val="F20C0C"/>
            </a:solidFill>
          </a:ln>
        </p:spPr>
      </p:pic>
    </p:spTree>
    <p:extLst>
      <p:ext uri="{BB962C8B-B14F-4D97-AF65-F5344CB8AC3E}">
        <p14:creationId xmlns:p14="http://schemas.microsoft.com/office/powerpoint/2010/main" val="2776776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6BC1C-3BF9-6B47-148F-30D667699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055" y="118240"/>
            <a:ext cx="9010394" cy="6469249"/>
          </a:xfrm>
          <a:prstGeom prst="rect">
            <a:avLst/>
          </a:prstGeom>
        </p:spPr>
      </p:pic>
      <p:sp>
        <p:nvSpPr>
          <p:cNvPr id="9" name="Заголовок 4"/>
          <p:cNvSpPr>
            <a:spLocks noGrp="1"/>
          </p:cNvSpPr>
          <p:nvPr>
            <p:ph type="title"/>
          </p:nvPr>
        </p:nvSpPr>
        <p:spPr>
          <a:xfrm>
            <a:off x="736599" y="394792"/>
            <a:ext cx="2582041" cy="1639748"/>
          </a:xfrm>
        </p:spPr>
        <p:txBody>
          <a:bodyPr/>
          <a:lstStyle/>
          <a:p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Страница создания дерева сценариев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8704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EE75BF0-664B-7507-63AE-A846FB1819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3"/>
          <a:stretch/>
        </p:blipFill>
        <p:spPr>
          <a:xfrm>
            <a:off x="4274726" y="678571"/>
            <a:ext cx="3253834" cy="590858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01E57E8-FAB4-F386-7873-EECECAA64B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73" t="1937" r="947"/>
          <a:stretch/>
        </p:blipFill>
        <p:spPr>
          <a:xfrm>
            <a:off x="8151495" y="2107258"/>
            <a:ext cx="3235435" cy="4479086"/>
          </a:xfrm>
          <a:prstGeom prst="rect">
            <a:avLst/>
          </a:prstGeom>
        </p:spPr>
      </p:pic>
      <p:sp>
        <p:nvSpPr>
          <p:cNvPr id="5" name="Заголовок 4"/>
          <p:cNvSpPr txBox="1">
            <a:spLocks/>
          </p:cNvSpPr>
          <p:nvPr/>
        </p:nvSpPr>
        <p:spPr>
          <a:xfrm>
            <a:off x="736599" y="394792"/>
            <a:ext cx="2684781" cy="163974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FF0000"/>
                </a:solidFill>
                <a:latin typeface="Onest SemiBold" panose="020B0604020202020204" charset="0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Режим тестирования сценариев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8071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AF78F87-91B1-F441-12E2-1CCBEF150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311" y="171133"/>
            <a:ext cx="10447643" cy="6515734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2903220" y="632460"/>
            <a:ext cx="7338060" cy="16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747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39788" y="2792552"/>
            <a:ext cx="9828212" cy="1212206"/>
          </a:xfrm>
        </p:spPr>
        <p:txBody>
          <a:bodyPr/>
          <a:lstStyle/>
          <a:p>
            <a:r>
              <a:rPr lang="ru-BY" dirty="0"/>
              <a:t>Теперь давайте поговорим о том, </a:t>
            </a:r>
            <a:br>
              <a:rPr lang="ru-BY" dirty="0"/>
            </a:br>
            <a:r>
              <a:rPr lang="ru-BY" dirty="0"/>
              <a:t>как нам обеспечить качество</a:t>
            </a:r>
            <a:br>
              <a:rPr lang="ru-BY" dirty="0"/>
            </a:br>
            <a:r>
              <a:rPr lang="ru-BY" dirty="0"/>
              <a:t>для такого проекта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445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/>
          <p:cNvSpPr>
            <a:spLocks noGrp="1"/>
          </p:cNvSpPr>
          <p:nvPr>
            <p:ph type="body" sz="quarter" idx="10"/>
          </p:nvPr>
        </p:nvSpPr>
        <p:spPr>
          <a:xfrm>
            <a:off x="731520" y="1872100"/>
            <a:ext cx="9898118" cy="3642792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buClr>
                <a:srgbClr val="F20C0C"/>
              </a:buClr>
              <a:buFont typeface="Wingdings" panose="05000000000000000000" pitchFamily="2" charset="2"/>
              <a:buChar char="§"/>
            </a:pP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На 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старте проекта был только </a:t>
            </a:r>
            <a:r>
              <a:rPr lang="ru-RU" dirty="0" err="1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бекенд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, проводили ручное </a:t>
            </a: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тестирование</a:t>
            </a:r>
            <a:b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</a:br>
            <a:endParaRPr lang="ru-RU" dirty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  <a:p>
            <a:pPr marL="285750" indent="-285750">
              <a:lnSpc>
                <a:spcPct val="100000"/>
              </a:lnSpc>
              <a:buClr>
                <a:srgbClr val="F20C0C"/>
              </a:buClr>
              <a:buFont typeface="Wingdings" panose="05000000000000000000" pitchFamily="2" charset="2"/>
              <a:buChar char="§"/>
            </a:pP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Разработчики 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покрыли большую часть </a:t>
            </a:r>
            <a:r>
              <a:rPr lang="ru-RU" dirty="0" err="1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бекенда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 </a:t>
            </a:r>
            <a:r>
              <a:rPr lang="en-US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API 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тестами (</a:t>
            </a:r>
            <a:r>
              <a:rPr lang="en-US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Unit, Integration</a:t>
            </a: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)</a:t>
            </a:r>
            <a:b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</a:br>
            <a:endParaRPr lang="en-US" dirty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  <a:p>
            <a:pPr marL="285750" indent="-285750">
              <a:lnSpc>
                <a:spcPct val="100000"/>
              </a:lnSpc>
              <a:buClr>
                <a:srgbClr val="F20C0C"/>
              </a:buClr>
              <a:buFont typeface="Wingdings" panose="05000000000000000000" pitchFamily="2" charset="2"/>
              <a:buChar char="§"/>
            </a:pP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При </a:t>
            </a: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старте 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разработки </a:t>
            </a:r>
            <a:r>
              <a:rPr lang="ru-RU" dirty="0" err="1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фронтенда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 – ручное </a:t>
            </a: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тестирование</a:t>
            </a:r>
            <a:b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</a:br>
            <a:endParaRPr lang="ru-RU" dirty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  <a:p>
            <a:pPr marL="285750" indent="-285750">
              <a:lnSpc>
                <a:spcPct val="100000"/>
              </a:lnSpc>
              <a:buClr>
                <a:srgbClr val="F20C0C"/>
              </a:buClr>
              <a:buFont typeface="Wingdings" panose="05000000000000000000" pitchFamily="2" charset="2"/>
              <a:buChar char="§"/>
            </a:pP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Т.к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. планы на развитие продукта большие, появилась необходимость </a:t>
            </a: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/>
            </a:r>
            <a:b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</a:b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разработки </a:t>
            </a:r>
            <a:r>
              <a:rPr lang="ru-RU" dirty="0" err="1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автотестов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, </a:t>
            </a: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необходимо 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было выбрать стек </a:t>
            </a: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технологий</a:t>
            </a:r>
            <a:b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</a:br>
            <a:endParaRPr lang="ru-RU" dirty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  <a:p>
            <a:pPr marL="285750" indent="-285750">
              <a:lnSpc>
                <a:spcPct val="100000"/>
              </a:lnSpc>
              <a:buClr>
                <a:srgbClr val="F20C0C"/>
              </a:buClr>
              <a:buFont typeface="Wingdings" panose="05000000000000000000" pitchFamily="2" charset="2"/>
              <a:buChar char="§"/>
            </a:pP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Не 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было готовых решений </a:t>
            </a:r>
            <a:endParaRPr lang="ru-RU" dirty="0"/>
          </a:p>
        </p:txBody>
      </p:sp>
      <p:sp>
        <p:nvSpPr>
          <p:cNvPr id="7" name="Заголовок 4"/>
          <p:cNvSpPr txBox="1">
            <a:spLocks/>
          </p:cNvSpPr>
          <p:nvPr/>
        </p:nvSpPr>
        <p:spPr>
          <a:xfrm>
            <a:off x="736600" y="394792"/>
            <a:ext cx="10515600" cy="8513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FF0000"/>
                </a:solidFill>
                <a:latin typeface="Onest SemiBold" panose="020B0604020202020204" charset="0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Как тестировать АРМ «</a:t>
            </a:r>
            <a:r>
              <a:rPr lang="ru-RU" b="1" dirty="0" err="1">
                <a:latin typeface="Onest SemiBold" pitchFamily="2" charset="0"/>
                <a:ea typeface="Verdana" panose="020B0604030504040204" pitchFamily="34" charset="0"/>
              </a:rPr>
              <a:t>Автобот</a:t>
            </a:r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»?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9487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/>
          <p:cNvSpPr>
            <a:spLocks noGrp="1"/>
          </p:cNvSpPr>
          <p:nvPr>
            <p:ph type="body" sz="quarter" idx="10"/>
          </p:nvPr>
        </p:nvSpPr>
        <p:spPr>
          <a:xfrm>
            <a:off x="731520" y="1885096"/>
            <a:ext cx="8463455" cy="3390088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buClr>
                <a:srgbClr val="F20C0C"/>
              </a:buClr>
              <a:buFont typeface="Wingdings" panose="05000000000000000000" pitchFamily="2" charset="2"/>
              <a:buChar char="§"/>
            </a:pP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Проект 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развивается и усложняется, тем самым увеличивается объем регрессионного тестирования перед релизами, что увеличивает время на выкатку </a:t>
            </a: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релизов</a:t>
            </a:r>
            <a:b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</a:br>
            <a:endParaRPr lang="ru-RU" dirty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  <a:p>
            <a:pPr marL="285750" indent="-285750">
              <a:lnSpc>
                <a:spcPct val="100000"/>
              </a:lnSpc>
              <a:buClr>
                <a:srgbClr val="F20C0C"/>
              </a:buClr>
              <a:buFont typeface="Wingdings" panose="05000000000000000000" pitchFamily="2" charset="2"/>
              <a:buChar char="§"/>
            </a:pP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Т.к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. все успешно протестированные ветки </a:t>
            </a:r>
            <a:r>
              <a:rPr lang="ru-RU" dirty="0" err="1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мержим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 в мастер, появилась необходимость автоматически </a:t>
            </a: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отслеживать 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качество на </a:t>
            </a: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мастер-ветке</a:t>
            </a:r>
            <a:b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</a:br>
            <a:endParaRPr lang="en-US" dirty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  <a:p>
            <a:pPr marL="285750" indent="-285750">
              <a:lnSpc>
                <a:spcPct val="100000"/>
              </a:lnSpc>
              <a:buClr>
                <a:srgbClr val="F20C0C"/>
              </a:buClr>
              <a:buFont typeface="Wingdings" panose="05000000000000000000" pitchFamily="2" charset="2"/>
              <a:buChar char="§"/>
            </a:pP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Ускорить 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выкатку релизов при обеспечении должного </a:t>
            </a: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качества</a:t>
            </a:r>
            <a:b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</a:br>
            <a:endParaRPr lang="ru-RU" dirty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  <a:p>
            <a:pPr marL="285750" indent="-285750">
              <a:lnSpc>
                <a:spcPct val="100000"/>
              </a:lnSpc>
              <a:buClr>
                <a:srgbClr val="F20C0C"/>
              </a:buClr>
              <a:buFont typeface="Wingdings" panose="05000000000000000000" pitchFamily="2" charset="2"/>
              <a:buChar char="§"/>
            </a:pP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Повышение 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квалификации </a:t>
            </a:r>
            <a:r>
              <a:rPr lang="en-US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Manual QA 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в автоматизации</a:t>
            </a:r>
          </a:p>
        </p:txBody>
      </p:sp>
      <p:sp>
        <p:nvSpPr>
          <p:cNvPr id="7" name="Заголовок 4"/>
          <p:cNvSpPr txBox="1">
            <a:spLocks/>
          </p:cNvSpPr>
          <p:nvPr/>
        </p:nvSpPr>
        <p:spPr>
          <a:xfrm>
            <a:off x="736600" y="394792"/>
            <a:ext cx="10515600" cy="8513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FF0000"/>
                </a:solidFill>
                <a:latin typeface="Onest SemiBold" panose="020B0604020202020204" charset="0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Проблематика – мотивация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784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/>
          <p:cNvSpPr>
            <a:spLocks noGrp="1"/>
          </p:cNvSpPr>
          <p:nvPr>
            <p:ph type="body" sz="quarter" idx="10"/>
          </p:nvPr>
        </p:nvSpPr>
        <p:spPr>
          <a:xfrm>
            <a:off x="838199" y="2627152"/>
            <a:ext cx="11087911" cy="217332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1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.  Как писать </a:t>
            </a:r>
            <a:r>
              <a:rPr lang="ru-RU" dirty="0" err="1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автотесты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 на АРМ «</a:t>
            </a:r>
            <a:r>
              <a:rPr lang="ru-RU" dirty="0" err="1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Автобот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»? </a:t>
            </a: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– </a:t>
            </a:r>
            <a:r>
              <a:rPr lang="ru-RU" dirty="0" err="1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ресерчу</a:t>
            </a: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 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стек технологий</a:t>
            </a:r>
          </a:p>
          <a:p>
            <a:pPr>
              <a:lnSpc>
                <a:spcPct val="100000"/>
              </a:lnSpc>
            </a:pP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2. Как и когда запускать </a:t>
            </a:r>
            <a:r>
              <a:rPr lang="ru-RU" dirty="0" err="1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автотесты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?</a:t>
            </a:r>
          </a:p>
          <a:p>
            <a:pPr>
              <a:lnSpc>
                <a:spcPct val="100000"/>
              </a:lnSpc>
            </a:pP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3. Кто и где сможет </a:t>
            </a: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запускать их?</a:t>
            </a:r>
            <a:endParaRPr lang="ru-RU" dirty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  <a:p>
            <a:pPr>
              <a:lnSpc>
                <a:spcPct val="100000"/>
              </a:lnSpc>
            </a:pP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4. Как доносить информацию до команды, как реализовать отчетность?</a:t>
            </a:r>
          </a:p>
          <a:p>
            <a:pPr>
              <a:lnSpc>
                <a:spcPct val="100000"/>
              </a:lnSpc>
            </a:pP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5. Как внедрить </a:t>
            </a:r>
            <a:r>
              <a:rPr lang="ru-RU" dirty="0" err="1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автотесты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 в рабочий </a:t>
            </a: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процесс?</a:t>
            </a:r>
            <a:endParaRPr lang="ru-RU" dirty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</p:txBody>
      </p:sp>
      <p:sp>
        <p:nvSpPr>
          <p:cNvPr id="4" name="Заголовок 4"/>
          <p:cNvSpPr txBox="1">
            <a:spLocks/>
          </p:cNvSpPr>
          <p:nvPr/>
        </p:nvSpPr>
        <p:spPr>
          <a:xfrm>
            <a:off x="736600" y="394792"/>
            <a:ext cx="7627007" cy="8513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FF0000"/>
                </a:solidFill>
                <a:latin typeface="Onest SemiBold" panose="020B0604020202020204" charset="0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Проблемы, которые необходимо решить на старте </a:t>
            </a:r>
            <a:r>
              <a:rPr lang="ru-RU" b="1" dirty="0" err="1">
                <a:latin typeface="Onest SemiBold" pitchFamily="2" charset="0"/>
                <a:ea typeface="Verdana" panose="020B0604030504040204" pitchFamily="34" charset="0"/>
              </a:rPr>
              <a:t>автотестов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3178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BD11A5E-1DA8-FD3C-9A41-7B880BE903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3712" y="520031"/>
            <a:ext cx="1234750" cy="12347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32AD5F2-6B1A-EB38-1F62-073221400F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34707" y="1083923"/>
            <a:ext cx="1341716" cy="1341716"/>
          </a:xfrm>
          <a:prstGeom prst="rect">
            <a:avLst/>
          </a:prstGeom>
        </p:spPr>
      </p:pic>
      <p:sp>
        <p:nvSpPr>
          <p:cNvPr id="17" name="Текст 5"/>
          <p:cNvSpPr>
            <a:spLocks noGrp="1"/>
          </p:cNvSpPr>
          <p:nvPr>
            <p:ph type="body" sz="quarter" idx="10"/>
          </p:nvPr>
        </p:nvSpPr>
        <p:spPr>
          <a:xfrm>
            <a:off x="767252" y="1586753"/>
            <a:ext cx="11087911" cy="4831510"/>
          </a:xfrm>
        </p:spPr>
        <p:txBody>
          <a:bodyPr/>
          <a:lstStyle/>
          <a:p>
            <a:endParaRPr lang="ru-RU" dirty="0"/>
          </a:p>
          <a:p>
            <a:pPr marL="342900" indent="-342900">
              <a:buAutoNum type="arabicPeriod"/>
            </a:pPr>
            <a:r>
              <a:rPr lang="en-US" dirty="0" err="1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RnD</a:t>
            </a:r>
            <a:r>
              <a:rPr lang="en-US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 – 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разработка на </a:t>
            </a:r>
            <a:r>
              <a:rPr lang="en-US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Python, 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есть небольшой </a:t>
            </a: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опыт</a:t>
            </a:r>
            <a:endParaRPr lang="ru-RU" dirty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  <a:p>
            <a:pPr marL="342900" indent="-342900">
              <a:buAutoNum type="arabicPeriod"/>
            </a:pPr>
            <a:endParaRPr lang="ru-RU" dirty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</p:txBody>
      </p:sp>
      <p:sp>
        <p:nvSpPr>
          <p:cNvPr id="12" name="Заголовок 4"/>
          <p:cNvSpPr txBox="1">
            <a:spLocks/>
          </p:cNvSpPr>
          <p:nvPr/>
        </p:nvSpPr>
        <p:spPr>
          <a:xfrm>
            <a:off x="736600" y="394792"/>
            <a:ext cx="10515600" cy="8513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FF0000"/>
                </a:solidFill>
                <a:latin typeface="Onest SemiBold" panose="020B0604020202020204" charset="0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Стек технологий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1401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BD11A5E-1DA8-FD3C-9A41-7B880BE903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3712" y="520031"/>
            <a:ext cx="1234750" cy="12347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32AD5F2-6B1A-EB38-1F62-073221400F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34707" y="1083923"/>
            <a:ext cx="1341716" cy="1341716"/>
          </a:xfrm>
          <a:prstGeom prst="rect">
            <a:avLst/>
          </a:prstGeom>
        </p:spPr>
      </p:pic>
      <p:grpSp>
        <p:nvGrpSpPr>
          <p:cNvPr id="15" name="Группа 14"/>
          <p:cNvGrpSpPr/>
          <p:nvPr/>
        </p:nvGrpSpPr>
        <p:grpSpPr>
          <a:xfrm>
            <a:off x="7973938" y="2377577"/>
            <a:ext cx="1275649" cy="1318399"/>
            <a:chOff x="7973938" y="2257611"/>
            <a:chExt cx="1275649" cy="1318399"/>
          </a:xfrm>
        </p:grpSpPr>
        <p:pic>
          <p:nvPicPr>
            <p:cNvPr id="13" name="Рисунок 12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3000"/>
            <a:stretch/>
          </p:blipFill>
          <p:spPr>
            <a:xfrm>
              <a:off x="7976502" y="2257611"/>
              <a:ext cx="1273085" cy="954814"/>
            </a:xfrm>
            <a:prstGeom prst="rect">
              <a:avLst/>
            </a:prstGeom>
          </p:spPr>
        </p:pic>
        <p:pic>
          <p:nvPicPr>
            <p:cNvPr id="14" name="Рисунок 13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585"/>
            <a:stretch/>
          </p:blipFill>
          <p:spPr>
            <a:xfrm>
              <a:off x="7973938" y="3198432"/>
              <a:ext cx="1275649" cy="377578"/>
            </a:xfrm>
            <a:prstGeom prst="rect">
              <a:avLst/>
            </a:prstGeom>
          </p:spPr>
        </p:pic>
      </p:grpSp>
      <p:sp>
        <p:nvSpPr>
          <p:cNvPr id="17" name="Текст 5"/>
          <p:cNvSpPr>
            <a:spLocks noGrp="1"/>
          </p:cNvSpPr>
          <p:nvPr>
            <p:ph type="body" sz="quarter" idx="10"/>
          </p:nvPr>
        </p:nvSpPr>
        <p:spPr>
          <a:xfrm>
            <a:off x="767252" y="1586753"/>
            <a:ext cx="11087911" cy="4831510"/>
          </a:xfrm>
        </p:spPr>
        <p:txBody>
          <a:bodyPr/>
          <a:lstStyle/>
          <a:p>
            <a:endParaRPr lang="ru-RU" dirty="0"/>
          </a:p>
          <a:p>
            <a:pPr marL="342900" indent="-342900">
              <a:buAutoNum type="arabicPeriod"/>
            </a:pPr>
            <a:r>
              <a:rPr lang="en-US" dirty="0" err="1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RnD</a:t>
            </a:r>
            <a:r>
              <a:rPr lang="en-US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 – 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разработка на </a:t>
            </a:r>
            <a:r>
              <a:rPr lang="en-US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Python, 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есть небольшой </a:t>
            </a: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опыт</a:t>
            </a:r>
            <a:endParaRPr lang="ru-RU" dirty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  <a:p>
            <a:pPr marL="342900" indent="-342900">
              <a:buAutoNum type="arabicPeriod"/>
            </a:pPr>
            <a:endParaRPr lang="ru-RU" dirty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Фреймворк для взаимодействия с </a:t>
            </a:r>
            <a:r>
              <a:rPr lang="en-US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UI 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–</a:t>
            </a:r>
            <a:r>
              <a:rPr lang="en-US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 </a:t>
            </a:r>
            <a:r>
              <a:rPr lang="en-US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Playwright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 </a:t>
            </a:r>
            <a:endParaRPr lang="en-US" dirty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  <a:p>
            <a:pPr marL="342900" indent="-342900">
              <a:buAutoNum type="arabicPeriod"/>
            </a:pPr>
            <a:endParaRPr lang="en-US" dirty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</p:txBody>
      </p:sp>
      <p:sp>
        <p:nvSpPr>
          <p:cNvPr id="12" name="Заголовок 4"/>
          <p:cNvSpPr txBox="1">
            <a:spLocks/>
          </p:cNvSpPr>
          <p:nvPr/>
        </p:nvSpPr>
        <p:spPr>
          <a:xfrm>
            <a:off x="736600" y="394792"/>
            <a:ext cx="10515600" cy="8513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FF0000"/>
                </a:solidFill>
                <a:latin typeface="Onest SemiBold" panose="020B0604020202020204" charset="0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Стек </a:t>
            </a:r>
            <a:r>
              <a:rPr lang="ru-RU" b="1" dirty="0" smtClean="0">
                <a:latin typeface="Onest SemiBold" pitchFamily="2" charset="0"/>
                <a:ea typeface="Verdana" panose="020B0604030504040204" pitchFamily="34" charset="0"/>
              </a:rPr>
              <a:t>технологий</a:t>
            </a:r>
            <a:r>
              <a:rPr lang="en-US" b="1" dirty="0" smtClean="0">
                <a:latin typeface="Onest SemiBold" pitchFamily="2" charset="0"/>
                <a:ea typeface="Verdana" panose="020B0604030504040204" pitchFamily="34" charset="0"/>
              </a:rPr>
              <a:t> </a:t>
            </a:r>
            <a:r>
              <a:rPr lang="ru-RU" b="1" dirty="0" smtClean="0">
                <a:latin typeface="Onest SemiBold" pitchFamily="2" charset="0"/>
                <a:ea typeface="Verdana" panose="020B0604030504040204" pitchFamily="34" charset="0"/>
              </a:rPr>
              <a:t>для тестов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6279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BD11A5E-1DA8-FD3C-9A41-7B880BE903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3712" y="520031"/>
            <a:ext cx="1234750" cy="12347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32AD5F2-6B1A-EB38-1F62-073221400F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34707" y="1083923"/>
            <a:ext cx="1341716" cy="134171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88AF187-6654-1B1D-33F5-E5FF00D4EEA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9696" y="3036133"/>
            <a:ext cx="1224689" cy="1224689"/>
          </a:xfrm>
          <a:prstGeom prst="rect">
            <a:avLst/>
          </a:prstGeom>
        </p:spPr>
      </p:pic>
      <p:grpSp>
        <p:nvGrpSpPr>
          <p:cNvPr id="15" name="Группа 14"/>
          <p:cNvGrpSpPr/>
          <p:nvPr/>
        </p:nvGrpSpPr>
        <p:grpSpPr>
          <a:xfrm>
            <a:off x="7973938" y="2377577"/>
            <a:ext cx="1275649" cy="1318399"/>
            <a:chOff x="7973938" y="2257611"/>
            <a:chExt cx="1275649" cy="1318399"/>
          </a:xfrm>
        </p:grpSpPr>
        <p:pic>
          <p:nvPicPr>
            <p:cNvPr id="13" name="Рисунок 12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3000"/>
            <a:stretch/>
          </p:blipFill>
          <p:spPr>
            <a:xfrm>
              <a:off x="7976502" y="2257611"/>
              <a:ext cx="1273085" cy="954814"/>
            </a:xfrm>
            <a:prstGeom prst="rect">
              <a:avLst/>
            </a:prstGeom>
          </p:spPr>
        </p:pic>
        <p:pic>
          <p:nvPicPr>
            <p:cNvPr id="14" name="Рисунок 13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585"/>
            <a:stretch/>
          </p:blipFill>
          <p:spPr>
            <a:xfrm>
              <a:off x="7973938" y="3198432"/>
              <a:ext cx="1275649" cy="377578"/>
            </a:xfrm>
            <a:prstGeom prst="rect">
              <a:avLst/>
            </a:prstGeom>
          </p:spPr>
        </p:pic>
      </p:grpSp>
      <p:sp>
        <p:nvSpPr>
          <p:cNvPr id="17" name="Текст 5"/>
          <p:cNvSpPr>
            <a:spLocks noGrp="1"/>
          </p:cNvSpPr>
          <p:nvPr>
            <p:ph type="body" sz="quarter" idx="10"/>
          </p:nvPr>
        </p:nvSpPr>
        <p:spPr>
          <a:xfrm>
            <a:off x="767252" y="1586753"/>
            <a:ext cx="11087911" cy="4831510"/>
          </a:xfrm>
        </p:spPr>
        <p:txBody>
          <a:bodyPr/>
          <a:lstStyle/>
          <a:p>
            <a:endParaRPr lang="ru-RU" dirty="0"/>
          </a:p>
          <a:p>
            <a:pPr marL="342900" indent="-342900">
              <a:buAutoNum type="arabicPeriod"/>
            </a:pPr>
            <a:r>
              <a:rPr lang="en-US" dirty="0" err="1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RnD</a:t>
            </a:r>
            <a:r>
              <a:rPr lang="en-US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 – 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разработка на </a:t>
            </a:r>
            <a:r>
              <a:rPr lang="en-US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Python, 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есть небольшой </a:t>
            </a: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опыт</a:t>
            </a:r>
            <a:endParaRPr lang="ru-RU" dirty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  <a:p>
            <a:pPr marL="342900" indent="-342900">
              <a:buAutoNum type="arabicPeriod"/>
            </a:pPr>
            <a:endParaRPr lang="ru-RU" dirty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Фреймворк для взаимодействия с </a:t>
            </a:r>
            <a:r>
              <a:rPr lang="en-US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UI 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–</a:t>
            </a:r>
            <a:r>
              <a:rPr lang="en-US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 </a:t>
            </a:r>
            <a:r>
              <a:rPr lang="en-US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Playwright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 </a:t>
            </a:r>
            <a:endParaRPr lang="en-US" dirty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  <a:p>
            <a:pPr marL="342900" indent="-342900">
              <a:buAutoNum type="arabicPeriod"/>
            </a:pPr>
            <a:endParaRPr lang="en-US" dirty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Запуск – </a:t>
            </a:r>
            <a:r>
              <a:rPr lang="en-US" dirty="0" err="1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GitLab</a:t>
            </a:r>
            <a:endParaRPr lang="ru-RU" dirty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  <a:p>
            <a:pPr marL="342900" indent="-342900">
              <a:buAutoNum type="arabicPeriod"/>
            </a:pPr>
            <a:endParaRPr lang="en-US" dirty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</p:txBody>
      </p:sp>
      <p:sp>
        <p:nvSpPr>
          <p:cNvPr id="12" name="Заголовок 4"/>
          <p:cNvSpPr txBox="1">
            <a:spLocks/>
          </p:cNvSpPr>
          <p:nvPr/>
        </p:nvSpPr>
        <p:spPr>
          <a:xfrm>
            <a:off x="736600" y="394792"/>
            <a:ext cx="10515600" cy="8513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FF0000"/>
                </a:solidFill>
                <a:latin typeface="Onest SemiBold" panose="020B0604020202020204" charset="0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Стек </a:t>
            </a:r>
            <a:r>
              <a:rPr lang="ru-RU" b="1" dirty="0" smtClean="0">
                <a:latin typeface="Onest SemiBold" pitchFamily="2" charset="0"/>
                <a:ea typeface="Verdana" panose="020B0604030504040204" pitchFamily="34" charset="0"/>
              </a:rPr>
              <a:t>технологий для запуска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4608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BD11A5E-1DA8-FD3C-9A41-7B880BE903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3712" y="520031"/>
            <a:ext cx="1234750" cy="12347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32AD5F2-6B1A-EB38-1F62-073221400F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34707" y="1083923"/>
            <a:ext cx="1341716" cy="134171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88AF187-6654-1B1D-33F5-E5FF00D4EEA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9696" y="3036133"/>
            <a:ext cx="1224689" cy="122468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43B2E52-7777-6918-F603-AEEE757897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89179" y="4086635"/>
            <a:ext cx="1063817" cy="1063817"/>
          </a:xfrm>
          <a:prstGeom prst="rect">
            <a:avLst/>
          </a:prstGeom>
        </p:spPr>
      </p:pic>
      <p:grpSp>
        <p:nvGrpSpPr>
          <p:cNvPr id="15" name="Группа 14"/>
          <p:cNvGrpSpPr/>
          <p:nvPr/>
        </p:nvGrpSpPr>
        <p:grpSpPr>
          <a:xfrm>
            <a:off x="7973938" y="2377577"/>
            <a:ext cx="1275649" cy="1318399"/>
            <a:chOff x="7973938" y="2257611"/>
            <a:chExt cx="1275649" cy="1318399"/>
          </a:xfrm>
        </p:grpSpPr>
        <p:pic>
          <p:nvPicPr>
            <p:cNvPr id="13" name="Рисунок 12"/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3000"/>
            <a:stretch/>
          </p:blipFill>
          <p:spPr>
            <a:xfrm>
              <a:off x="7976502" y="2257611"/>
              <a:ext cx="1273085" cy="954814"/>
            </a:xfrm>
            <a:prstGeom prst="rect">
              <a:avLst/>
            </a:prstGeom>
          </p:spPr>
        </p:pic>
        <p:pic>
          <p:nvPicPr>
            <p:cNvPr id="14" name="Рисунок 13"/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585"/>
            <a:stretch/>
          </p:blipFill>
          <p:spPr>
            <a:xfrm>
              <a:off x="7973938" y="3198432"/>
              <a:ext cx="1275649" cy="377578"/>
            </a:xfrm>
            <a:prstGeom prst="rect">
              <a:avLst/>
            </a:prstGeom>
          </p:spPr>
        </p:pic>
      </p:grpSp>
      <p:pic>
        <p:nvPicPr>
          <p:cNvPr id="16" name="Рисунок 15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074" y="4955125"/>
            <a:ext cx="1341349" cy="1153741"/>
          </a:xfrm>
          <a:prstGeom prst="rect">
            <a:avLst/>
          </a:prstGeom>
        </p:spPr>
      </p:pic>
      <p:sp>
        <p:nvSpPr>
          <p:cNvPr id="17" name="Текст 5"/>
          <p:cNvSpPr>
            <a:spLocks noGrp="1"/>
          </p:cNvSpPr>
          <p:nvPr>
            <p:ph type="body" sz="quarter" idx="10"/>
          </p:nvPr>
        </p:nvSpPr>
        <p:spPr>
          <a:xfrm>
            <a:off x="767252" y="1586753"/>
            <a:ext cx="11087911" cy="4831510"/>
          </a:xfrm>
        </p:spPr>
        <p:txBody>
          <a:bodyPr/>
          <a:lstStyle/>
          <a:p>
            <a:endParaRPr lang="ru-RU" dirty="0"/>
          </a:p>
          <a:p>
            <a:pPr marL="342900" indent="-342900">
              <a:buAutoNum type="arabicPeriod"/>
            </a:pPr>
            <a:r>
              <a:rPr lang="en-US" dirty="0" err="1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RnD</a:t>
            </a:r>
            <a:r>
              <a:rPr lang="en-US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 – 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разработка на </a:t>
            </a:r>
            <a:r>
              <a:rPr lang="en-US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Python, 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есть небольшой </a:t>
            </a: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опыт</a:t>
            </a:r>
            <a:endParaRPr lang="ru-RU" dirty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  <a:p>
            <a:pPr marL="342900" indent="-342900">
              <a:buAutoNum type="arabicPeriod"/>
            </a:pPr>
            <a:endParaRPr lang="ru-RU" dirty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Фреймворк для взаимодействия с </a:t>
            </a:r>
            <a:r>
              <a:rPr lang="en-US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UI 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–</a:t>
            </a:r>
            <a:r>
              <a:rPr lang="en-US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 </a:t>
            </a:r>
            <a:r>
              <a:rPr lang="en-US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Playwright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 </a:t>
            </a:r>
            <a:endParaRPr lang="en-US" dirty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  <a:p>
            <a:pPr marL="342900" indent="-342900">
              <a:buAutoNum type="arabicPeriod"/>
            </a:pPr>
            <a:endParaRPr lang="en-US" dirty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Запуск – </a:t>
            </a:r>
            <a:r>
              <a:rPr lang="en-US" dirty="0" err="1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GitLab</a:t>
            </a:r>
            <a:endParaRPr lang="ru-RU" dirty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  <a:p>
            <a:pPr marL="342900" indent="-342900">
              <a:buAutoNum type="arabicPeriod"/>
            </a:pPr>
            <a:endParaRPr lang="en-US" dirty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Отчетность – </a:t>
            </a:r>
            <a:r>
              <a:rPr lang="en-US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Allure</a:t>
            </a:r>
            <a:endParaRPr lang="en-US" dirty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  <a:p>
            <a:pPr marL="342900" indent="-342900">
              <a:buAutoNum type="arabicPeriod"/>
            </a:pPr>
            <a:endParaRPr lang="en-US" dirty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Предоставление отчетности – </a:t>
            </a:r>
            <a:r>
              <a:rPr lang="en-US" dirty="0" err="1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eXpress</a:t>
            </a:r>
            <a:endParaRPr lang="ru-RU" dirty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</p:txBody>
      </p:sp>
      <p:sp>
        <p:nvSpPr>
          <p:cNvPr id="12" name="Заголовок 4"/>
          <p:cNvSpPr txBox="1">
            <a:spLocks/>
          </p:cNvSpPr>
          <p:nvPr/>
        </p:nvSpPr>
        <p:spPr>
          <a:xfrm>
            <a:off x="736600" y="394792"/>
            <a:ext cx="10515600" cy="8513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FF0000"/>
                </a:solidFill>
                <a:latin typeface="Onest SemiBold" panose="020B0604020202020204" charset="0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Стек </a:t>
            </a:r>
            <a:r>
              <a:rPr lang="ru-RU" b="1" dirty="0" smtClean="0">
                <a:latin typeface="Onest SemiBold" pitchFamily="2" charset="0"/>
                <a:ea typeface="Verdana" panose="020B0604030504040204" pitchFamily="34" charset="0"/>
              </a:rPr>
              <a:t>технологий для отчетности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4202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23384" y="2081352"/>
            <a:ext cx="9828212" cy="1212206"/>
          </a:xfrm>
        </p:spPr>
        <p:txBody>
          <a:bodyPr/>
          <a:lstStyle/>
          <a:p>
            <a:r>
              <a:rPr lang="en-US" dirty="0"/>
              <a:t>PAGEOBJECTMODEL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C98621-1FA3-C6D8-1762-581B63AF2A0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l="247" t="-1429" r="2342" b="4019"/>
          <a:stretch/>
        </p:blipFill>
        <p:spPr>
          <a:xfrm>
            <a:off x="872375" y="3140059"/>
            <a:ext cx="1498732" cy="1498732"/>
          </a:xfrm>
          <a:prstGeom prst="rect">
            <a:avLst/>
          </a:prstGeom>
          <a:solidFill>
            <a:schemeClr val="bg1"/>
          </a:solidFill>
          <a:ln w="28575">
            <a:solidFill>
              <a:srgbClr val="F20C0C"/>
            </a:solidFill>
          </a:ln>
        </p:spPr>
      </p:pic>
    </p:spTree>
    <p:extLst>
      <p:ext uri="{BB962C8B-B14F-4D97-AF65-F5344CB8AC3E}">
        <p14:creationId xmlns:p14="http://schemas.microsoft.com/office/powerpoint/2010/main" val="3057492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5C6041A-B216-D91D-C9F4-183CFA41DA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87"/>
          <a:stretch/>
        </p:blipFill>
        <p:spPr>
          <a:xfrm>
            <a:off x="4400057" y="394792"/>
            <a:ext cx="3587150" cy="5967685"/>
          </a:xfrm>
          <a:prstGeom prst="rect">
            <a:avLst/>
          </a:prstGeom>
        </p:spPr>
      </p:pic>
      <p:sp>
        <p:nvSpPr>
          <p:cNvPr id="6" name="Заголовок 4"/>
          <p:cNvSpPr txBox="1">
            <a:spLocks/>
          </p:cNvSpPr>
          <p:nvPr/>
        </p:nvSpPr>
        <p:spPr>
          <a:xfrm>
            <a:off x="736600" y="394792"/>
            <a:ext cx="3561080" cy="8513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FF0000"/>
                </a:solidFill>
                <a:latin typeface="Onest SemiBold" panose="020B0604020202020204" charset="0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Onest SemiBold" pitchFamily="2" charset="0"/>
                <a:ea typeface="Verdana" panose="020B0604030504040204" pitchFamily="34" charset="0"/>
              </a:rPr>
              <a:t>POM – </a:t>
            </a:r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/>
            </a:r>
            <a:br>
              <a:rPr lang="ru-RU" b="1" dirty="0">
                <a:latin typeface="Onest SemiBold" pitchFamily="2" charset="0"/>
                <a:ea typeface="Verdana" panose="020B0604030504040204" pitchFamily="34" charset="0"/>
              </a:rPr>
            </a:br>
            <a:r>
              <a:rPr lang="en-US" b="1" dirty="0" err="1">
                <a:latin typeface="Onest SemiBold" pitchFamily="2" charset="0"/>
                <a:ea typeface="Verdana" panose="020B0604030504040204" pitchFamily="34" charset="0"/>
              </a:rPr>
              <a:t>PageObjectModel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1257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5C6041A-B216-D91D-C9F4-183CFA41DA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87"/>
          <a:stretch/>
        </p:blipFill>
        <p:spPr>
          <a:xfrm>
            <a:off x="4400057" y="394792"/>
            <a:ext cx="3587150" cy="5967685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122C1EE-F931-3DE8-85E9-985DE14CDF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066"/>
          <a:stretch/>
        </p:blipFill>
        <p:spPr>
          <a:xfrm>
            <a:off x="8464531" y="394792"/>
            <a:ext cx="3060131" cy="5963946"/>
          </a:xfrm>
          <a:prstGeom prst="rect">
            <a:avLst/>
          </a:prstGeom>
        </p:spPr>
      </p:pic>
      <p:sp>
        <p:nvSpPr>
          <p:cNvPr id="6" name="Заголовок 4"/>
          <p:cNvSpPr txBox="1">
            <a:spLocks/>
          </p:cNvSpPr>
          <p:nvPr/>
        </p:nvSpPr>
        <p:spPr>
          <a:xfrm>
            <a:off x="736600" y="394792"/>
            <a:ext cx="3561080" cy="8513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FF0000"/>
                </a:solidFill>
                <a:latin typeface="Onest SemiBold" panose="020B0604020202020204" charset="0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Onest SemiBold" pitchFamily="2" charset="0"/>
                <a:ea typeface="Verdana" panose="020B0604030504040204" pitchFamily="34" charset="0"/>
              </a:rPr>
              <a:t>POM – </a:t>
            </a:r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/>
            </a:r>
            <a:br>
              <a:rPr lang="ru-RU" b="1" dirty="0">
                <a:latin typeface="Onest SemiBold" pitchFamily="2" charset="0"/>
                <a:ea typeface="Verdana" panose="020B0604030504040204" pitchFamily="34" charset="0"/>
              </a:rPr>
            </a:br>
            <a:r>
              <a:rPr lang="en-US" b="1" dirty="0" err="1">
                <a:latin typeface="Onest SemiBold" pitchFamily="2" charset="0"/>
                <a:ea typeface="Verdana" panose="020B0604030504040204" pitchFamily="34" charset="0"/>
              </a:rPr>
              <a:t>PageObjectModel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2080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4"/>
          <p:cNvSpPr txBox="1">
            <a:spLocks/>
          </p:cNvSpPr>
          <p:nvPr/>
        </p:nvSpPr>
        <p:spPr>
          <a:xfrm>
            <a:off x="736600" y="394792"/>
            <a:ext cx="10713720" cy="8513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FF0000"/>
                </a:solidFill>
                <a:latin typeface="Onest SemiBold" panose="020B0604020202020204" charset="0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Onest SemiBold" pitchFamily="2" charset="0"/>
                <a:ea typeface="Verdana" panose="020B0604030504040204" pitchFamily="34" charset="0"/>
              </a:rPr>
              <a:t>POM – </a:t>
            </a:r>
            <a:r>
              <a:rPr lang="en-US" b="1" dirty="0" err="1" smtClean="0">
                <a:latin typeface="Onest SemiBold" pitchFamily="2" charset="0"/>
                <a:ea typeface="Verdana" panose="020B0604030504040204" pitchFamily="34" charset="0"/>
              </a:rPr>
              <a:t>PageObjectModel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233274F-5875-E99F-745A-1FFEB31F2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233" y="1370615"/>
            <a:ext cx="8203534" cy="471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871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D3F8C19-4AB7-283E-F255-28CE5DD7B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4234" y="1054250"/>
            <a:ext cx="8203533" cy="5295313"/>
          </a:xfrm>
          <a:prstGeom prst="rect">
            <a:avLst/>
          </a:prstGeom>
        </p:spPr>
      </p:pic>
      <p:sp>
        <p:nvSpPr>
          <p:cNvPr id="7" name="Заголовок 4"/>
          <p:cNvSpPr txBox="1">
            <a:spLocks/>
          </p:cNvSpPr>
          <p:nvPr/>
        </p:nvSpPr>
        <p:spPr>
          <a:xfrm>
            <a:off x="736600" y="394792"/>
            <a:ext cx="10713720" cy="8513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FF0000"/>
                </a:solidFill>
                <a:latin typeface="Onest SemiBold" panose="020B0604020202020204" charset="0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Onest SemiBold" pitchFamily="2" charset="0"/>
                <a:ea typeface="Verdana" panose="020B0604030504040204" pitchFamily="34" charset="0"/>
              </a:rPr>
              <a:t>POM – </a:t>
            </a:r>
            <a:r>
              <a:rPr lang="en-US" b="1" dirty="0" err="1" smtClean="0">
                <a:latin typeface="Onest SemiBold" pitchFamily="2" charset="0"/>
                <a:ea typeface="Verdana" panose="020B0604030504040204" pitchFamily="34" charset="0"/>
              </a:rPr>
              <a:t>PageObjectModel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001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45AE932-EEAA-4034-FEFC-50BDE7D83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234" y="2323925"/>
            <a:ext cx="8203534" cy="2449506"/>
          </a:xfrm>
          <a:prstGeom prst="rect">
            <a:avLst/>
          </a:prstGeom>
        </p:spPr>
      </p:pic>
      <p:sp>
        <p:nvSpPr>
          <p:cNvPr id="4" name="Заголовок 4"/>
          <p:cNvSpPr txBox="1">
            <a:spLocks/>
          </p:cNvSpPr>
          <p:nvPr/>
        </p:nvSpPr>
        <p:spPr>
          <a:xfrm>
            <a:off x="736600" y="394792"/>
            <a:ext cx="10713720" cy="8513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FF0000"/>
                </a:solidFill>
                <a:latin typeface="Onest SemiBold" panose="020B0604020202020204" charset="0"/>
                <a:ea typeface="+mj-ea"/>
                <a:cs typeface="+mj-cs"/>
              </a:defRPr>
            </a:lvl1pPr>
          </a:lstStyle>
          <a:p>
            <a:r>
              <a:rPr lang="en-US" b="1" dirty="0" err="1">
                <a:latin typeface="Onest SemiBold" pitchFamily="2" charset="0"/>
                <a:ea typeface="Verdana" panose="020B0604030504040204" pitchFamily="34" charset="0"/>
              </a:rPr>
              <a:t>PyTest</a:t>
            </a:r>
            <a:r>
              <a:rPr lang="en-US" b="1" dirty="0">
                <a:latin typeface="Onest SemiBold" pitchFamily="2" charset="0"/>
                <a:ea typeface="Verdana" panose="020B0604030504040204" pitchFamily="34" charset="0"/>
              </a:rPr>
              <a:t>-</a:t>
            </a:r>
            <a:r>
              <a:rPr lang="ru-RU" b="1" dirty="0" err="1">
                <a:latin typeface="Onest SemiBold" pitchFamily="2" charset="0"/>
                <a:ea typeface="Verdana" panose="020B0604030504040204" pitchFamily="34" charset="0"/>
              </a:rPr>
              <a:t>фикстуры</a:t>
            </a:r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. Подготовка </a:t>
            </a:r>
            <a:r>
              <a:rPr lang="ru-RU" b="1" dirty="0" smtClean="0">
                <a:latin typeface="Onest SemiBold" pitchFamily="2" charset="0"/>
                <a:ea typeface="Verdana" panose="020B0604030504040204" pitchFamily="34" charset="0"/>
              </a:rPr>
              <a:t>данных </a:t>
            </a:r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для теста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156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8921C44-4761-5B7A-498A-2BEF6D0603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7" r="1553"/>
          <a:stretch/>
        </p:blipFill>
        <p:spPr>
          <a:xfrm>
            <a:off x="1993692" y="1426777"/>
            <a:ext cx="8204076" cy="4666201"/>
          </a:xfrm>
          <a:prstGeom prst="rect">
            <a:avLst/>
          </a:prstGeom>
        </p:spPr>
      </p:pic>
      <p:sp>
        <p:nvSpPr>
          <p:cNvPr id="6" name="Заголовок 4"/>
          <p:cNvSpPr txBox="1">
            <a:spLocks/>
          </p:cNvSpPr>
          <p:nvPr/>
        </p:nvSpPr>
        <p:spPr>
          <a:xfrm>
            <a:off x="736600" y="394792"/>
            <a:ext cx="10713720" cy="8513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FF0000"/>
                </a:solidFill>
                <a:latin typeface="Onest SemiBold" panose="020B0604020202020204" charset="0"/>
                <a:ea typeface="+mj-ea"/>
                <a:cs typeface="+mj-cs"/>
              </a:defRPr>
            </a:lvl1pPr>
          </a:lstStyle>
          <a:p>
            <a:r>
              <a:rPr lang="en-US" b="1" dirty="0" err="1">
                <a:latin typeface="Onest SemiBold" pitchFamily="2" charset="0"/>
                <a:ea typeface="Verdana" panose="020B0604030504040204" pitchFamily="34" charset="0"/>
              </a:rPr>
              <a:t>PyTest</a:t>
            </a:r>
            <a:r>
              <a:rPr lang="en-US" b="1" dirty="0">
                <a:latin typeface="Onest SemiBold" pitchFamily="2" charset="0"/>
                <a:ea typeface="Verdana" panose="020B0604030504040204" pitchFamily="34" charset="0"/>
              </a:rPr>
              <a:t>-</a:t>
            </a:r>
            <a:r>
              <a:rPr lang="ru-RU" b="1" dirty="0" err="1">
                <a:latin typeface="Onest SemiBold" pitchFamily="2" charset="0"/>
                <a:ea typeface="Verdana" panose="020B0604030504040204" pitchFamily="34" charset="0"/>
              </a:rPr>
              <a:t>фикстуры</a:t>
            </a:r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. Подготовка </a:t>
            </a:r>
            <a:r>
              <a:rPr lang="ru-RU" b="1" dirty="0" smtClean="0">
                <a:latin typeface="Onest SemiBold" pitchFamily="2" charset="0"/>
                <a:ea typeface="Verdana" panose="020B0604030504040204" pitchFamily="34" charset="0"/>
              </a:rPr>
              <a:t>данных </a:t>
            </a:r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для теста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9224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0054" y="2081352"/>
            <a:ext cx="9828212" cy="1212206"/>
          </a:xfrm>
        </p:spPr>
        <p:txBody>
          <a:bodyPr/>
          <a:lstStyle/>
          <a:p>
            <a:r>
              <a:rPr lang="en-US" dirty="0"/>
              <a:t>ALLURE REPORTS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7AE7693-08BC-A187-2B80-8F4EDB4B9B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1895" y="3140059"/>
            <a:ext cx="1187575" cy="118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45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78907F4-2524-65FD-1FAE-5463ADEB98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762" y="1315452"/>
            <a:ext cx="11095202" cy="4860036"/>
          </a:xfrm>
          <a:prstGeom prst="rect">
            <a:avLst/>
          </a:prstGeom>
        </p:spPr>
      </p:pic>
      <p:sp>
        <p:nvSpPr>
          <p:cNvPr id="4" name="Заголовок 4"/>
          <p:cNvSpPr txBox="1">
            <a:spLocks/>
          </p:cNvSpPr>
          <p:nvPr/>
        </p:nvSpPr>
        <p:spPr>
          <a:xfrm>
            <a:off x="736600" y="394792"/>
            <a:ext cx="10713720" cy="8513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FF0000"/>
                </a:solidFill>
                <a:latin typeface="Onest SemiBold" panose="020B0604020202020204" charset="0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Onest SemiBold" pitchFamily="2" charset="0"/>
                <a:ea typeface="Verdana" panose="020B0604030504040204" pitchFamily="34" charset="0"/>
              </a:rPr>
              <a:t>Allure Reports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170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C69F837-4BCF-1801-F4BA-D589DC079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444" y="1055628"/>
            <a:ext cx="9200299" cy="5528051"/>
          </a:xfrm>
          <a:prstGeom prst="rect">
            <a:avLst/>
          </a:prstGeom>
        </p:spPr>
      </p:pic>
      <p:sp>
        <p:nvSpPr>
          <p:cNvPr id="6" name="Заголовок 4"/>
          <p:cNvSpPr txBox="1">
            <a:spLocks/>
          </p:cNvSpPr>
          <p:nvPr/>
        </p:nvSpPr>
        <p:spPr>
          <a:xfrm>
            <a:off x="736600" y="394792"/>
            <a:ext cx="10713720" cy="8513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FF0000"/>
                </a:solidFill>
                <a:latin typeface="Onest SemiBold" panose="020B0604020202020204" charset="0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Onest SemiBold" pitchFamily="2" charset="0"/>
                <a:ea typeface="Verdana" panose="020B0604030504040204" pitchFamily="34" charset="0"/>
              </a:rPr>
              <a:t>Allure Reports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1046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8A118BE-2D5A-33DD-D130-0B7BC6D695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953"/>
          <a:stretch/>
        </p:blipFill>
        <p:spPr>
          <a:xfrm>
            <a:off x="839788" y="1318013"/>
            <a:ext cx="10036575" cy="1396453"/>
          </a:xfrm>
          <a:prstGeom prst="rect">
            <a:avLst/>
          </a:prstGeom>
        </p:spPr>
      </p:pic>
      <p:sp>
        <p:nvSpPr>
          <p:cNvPr id="6" name="Заголовок 4"/>
          <p:cNvSpPr txBox="1">
            <a:spLocks/>
          </p:cNvSpPr>
          <p:nvPr/>
        </p:nvSpPr>
        <p:spPr>
          <a:xfrm>
            <a:off x="736600" y="394792"/>
            <a:ext cx="10713720" cy="8513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FF0000"/>
                </a:solidFill>
                <a:latin typeface="Onest SemiBold" panose="020B0604020202020204" charset="0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Onest SemiBold" pitchFamily="2" charset="0"/>
                <a:ea typeface="Verdana" panose="020B0604030504040204" pitchFamily="34" charset="0"/>
              </a:rPr>
              <a:t>Allure Step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4173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8A118BE-2D5A-33DD-D130-0B7BC6D695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953"/>
          <a:stretch/>
        </p:blipFill>
        <p:spPr>
          <a:xfrm>
            <a:off x="839788" y="1318013"/>
            <a:ext cx="10036575" cy="1396453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53635FD-325F-EDBA-87B2-0920B6CF9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92" y="3334407"/>
            <a:ext cx="10036371" cy="2852443"/>
          </a:xfrm>
          <a:prstGeom prst="rect">
            <a:avLst/>
          </a:prstGeom>
        </p:spPr>
      </p:pic>
      <p:sp>
        <p:nvSpPr>
          <p:cNvPr id="6" name="Заголовок 4"/>
          <p:cNvSpPr txBox="1">
            <a:spLocks/>
          </p:cNvSpPr>
          <p:nvPr/>
        </p:nvSpPr>
        <p:spPr>
          <a:xfrm>
            <a:off x="736600" y="394792"/>
            <a:ext cx="10713720" cy="8513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FF0000"/>
                </a:solidFill>
                <a:latin typeface="Onest SemiBold" panose="020B0604020202020204" charset="0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Onest SemiBold" pitchFamily="2" charset="0"/>
                <a:ea typeface="Verdana" panose="020B0604030504040204" pitchFamily="34" charset="0"/>
              </a:rPr>
              <a:t>Allure Step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4674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/>
          <p:cNvSpPr txBox="1">
            <a:spLocks/>
          </p:cNvSpPr>
          <p:nvPr/>
        </p:nvSpPr>
        <p:spPr>
          <a:xfrm>
            <a:off x="736600" y="394792"/>
            <a:ext cx="10713720" cy="8513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FF0000"/>
                </a:solidFill>
                <a:latin typeface="Onest SemiBold" panose="020B0604020202020204" charset="0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Onest SemiBold" pitchFamily="2" charset="0"/>
                <a:ea typeface="Verdana" panose="020B0604030504040204" pitchFamily="34" charset="0"/>
              </a:rPr>
              <a:t>Allure Step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A061680-4E9A-FFE7-B926-C40B5E28C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333" y="2327138"/>
            <a:ext cx="10995334" cy="1984092"/>
          </a:xfrm>
          <a:prstGeom prst="rect">
            <a:avLst/>
          </a:prstGeom>
          <a:ln w="28575">
            <a:solidFill>
              <a:srgbClr val="F20C0C"/>
            </a:solidFill>
          </a:ln>
        </p:spPr>
      </p:pic>
    </p:spTree>
    <p:extLst>
      <p:ext uri="{BB962C8B-B14F-4D97-AF65-F5344CB8AC3E}">
        <p14:creationId xmlns:p14="http://schemas.microsoft.com/office/powerpoint/2010/main" val="556808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0054" y="2081352"/>
            <a:ext cx="9828212" cy="1212206"/>
          </a:xfrm>
        </p:spPr>
        <p:txBody>
          <a:bodyPr/>
          <a:lstStyle/>
          <a:p>
            <a:r>
              <a:rPr lang="ru-RU" dirty="0"/>
              <a:t>ЛОКАТОРЫ </a:t>
            </a:r>
            <a:r>
              <a:rPr lang="en-US" dirty="0"/>
              <a:t>DATA-TESTID</a:t>
            </a:r>
            <a:endParaRPr lang="ru-RU" dirty="0"/>
          </a:p>
        </p:txBody>
      </p:sp>
      <p:grpSp>
        <p:nvGrpSpPr>
          <p:cNvPr id="5" name="Группа 4"/>
          <p:cNvGrpSpPr/>
          <p:nvPr/>
        </p:nvGrpSpPr>
        <p:grpSpPr>
          <a:xfrm>
            <a:off x="839788" y="3074646"/>
            <a:ext cx="1275649" cy="1318399"/>
            <a:chOff x="7973938" y="2257611"/>
            <a:chExt cx="1275649" cy="1318399"/>
          </a:xfrm>
        </p:grpSpPr>
        <p:pic>
          <p:nvPicPr>
            <p:cNvPr id="6" name="Рисунок 5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3000"/>
            <a:stretch/>
          </p:blipFill>
          <p:spPr>
            <a:xfrm>
              <a:off x="7976502" y="2257611"/>
              <a:ext cx="1273085" cy="954814"/>
            </a:xfrm>
            <a:prstGeom prst="rect">
              <a:avLst/>
            </a:prstGeom>
          </p:spPr>
        </p:pic>
        <p:pic>
          <p:nvPicPr>
            <p:cNvPr id="7" name="Рисунок 6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585"/>
            <a:stretch/>
          </p:blipFill>
          <p:spPr>
            <a:xfrm>
              <a:off x="7973938" y="3198432"/>
              <a:ext cx="1275649" cy="3775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47959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2FD13A9-DDA6-452A-DD65-8209D4055D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1358"/>
          <a:stretch/>
        </p:blipFill>
        <p:spPr>
          <a:xfrm>
            <a:off x="844952" y="1686560"/>
            <a:ext cx="10767922" cy="3992346"/>
          </a:xfrm>
          <a:prstGeom prst="rect">
            <a:avLst/>
          </a:prstGeom>
        </p:spPr>
      </p:pic>
      <p:sp>
        <p:nvSpPr>
          <p:cNvPr id="4" name="Заголовок 4"/>
          <p:cNvSpPr txBox="1">
            <a:spLocks/>
          </p:cNvSpPr>
          <p:nvPr/>
        </p:nvSpPr>
        <p:spPr>
          <a:xfrm>
            <a:off x="736600" y="394792"/>
            <a:ext cx="10713720" cy="8513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FF0000"/>
                </a:solidFill>
                <a:latin typeface="Onest SemiBold" panose="020B0604020202020204" charset="0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Локаторы </a:t>
            </a:r>
            <a:r>
              <a:rPr lang="en-US" b="1" dirty="0">
                <a:latin typeface="Onest SemiBold" pitchFamily="2" charset="0"/>
                <a:ea typeface="Verdana" panose="020B0604030504040204" pitchFamily="34" charset="0"/>
              </a:rPr>
              <a:t>data-</a:t>
            </a:r>
            <a:r>
              <a:rPr lang="en-US" b="1" dirty="0" err="1">
                <a:latin typeface="Onest SemiBold" pitchFamily="2" charset="0"/>
                <a:ea typeface="Verdana" panose="020B0604030504040204" pitchFamily="34" charset="0"/>
              </a:rPr>
              <a:t>testid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9828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DD13FD7-4864-3737-B127-619AC63809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70" b="3446"/>
          <a:stretch/>
        </p:blipFill>
        <p:spPr>
          <a:xfrm>
            <a:off x="3965981" y="457887"/>
            <a:ext cx="7772400" cy="2810256"/>
          </a:xfrm>
          <a:prstGeom prst="rect">
            <a:avLst/>
          </a:prstGeom>
          <a:ln w="28575">
            <a:solidFill>
              <a:srgbClr val="F20C0C"/>
            </a:solidFill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A6EF4A3-80B5-156B-1715-7BF31C0418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32"/>
          <a:stretch/>
        </p:blipFill>
        <p:spPr>
          <a:xfrm>
            <a:off x="870268" y="3496575"/>
            <a:ext cx="6598237" cy="2871216"/>
          </a:xfrm>
          <a:prstGeom prst="rect">
            <a:avLst/>
          </a:prstGeom>
          <a:ln w="28575">
            <a:solidFill>
              <a:srgbClr val="F20C0C"/>
            </a:solidFill>
          </a:ln>
        </p:spPr>
      </p:pic>
      <p:sp>
        <p:nvSpPr>
          <p:cNvPr id="7" name="Заголовок 4"/>
          <p:cNvSpPr txBox="1">
            <a:spLocks/>
          </p:cNvSpPr>
          <p:nvPr/>
        </p:nvSpPr>
        <p:spPr>
          <a:xfrm>
            <a:off x="736600" y="394792"/>
            <a:ext cx="2321560" cy="8513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FF0000"/>
                </a:solidFill>
                <a:latin typeface="Onest SemiBold" panose="020B0604020202020204" charset="0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Локаторы </a:t>
            </a:r>
            <a:r>
              <a:rPr lang="en-US" b="1" dirty="0">
                <a:latin typeface="Onest SemiBold" pitchFamily="2" charset="0"/>
                <a:ea typeface="Verdana" panose="020B0604030504040204" pitchFamily="34" charset="0"/>
              </a:rPr>
              <a:t>data-</a:t>
            </a:r>
            <a:r>
              <a:rPr lang="en-US" b="1" dirty="0" err="1">
                <a:latin typeface="Onest SemiBold" pitchFamily="2" charset="0"/>
                <a:ea typeface="Verdana" panose="020B0604030504040204" pitchFamily="34" charset="0"/>
              </a:rPr>
              <a:t>testid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5880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74679A1-3ADA-09D7-4A70-8D97CB064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419" y="457886"/>
            <a:ext cx="7485962" cy="5887479"/>
          </a:xfrm>
          <a:prstGeom prst="rect">
            <a:avLst/>
          </a:prstGeom>
          <a:ln w="28575">
            <a:solidFill>
              <a:srgbClr val="F20C0C"/>
            </a:solidFill>
          </a:ln>
        </p:spPr>
      </p:pic>
      <p:sp>
        <p:nvSpPr>
          <p:cNvPr id="6" name="Заголовок 4"/>
          <p:cNvSpPr txBox="1">
            <a:spLocks/>
          </p:cNvSpPr>
          <p:nvPr/>
        </p:nvSpPr>
        <p:spPr>
          <a:xfrm>
            <a:off x="736600" y="394792"/>
            <a:ext cx="2321560" cy="8513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FF0000"/>
                </a:solidFill>
                <a:latin typeface="Onest SemiBold" panose="020B0604020202020204" charset="0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Локаторы </a:t>
            </a:r>
            <a:r>
              <a:rPr lang="en-US" b="1" dirty="0">
                <a:latin typeface="Onest SemiBold" pitchFamily="2" charset="0"/>
                <a:ea typeface="Verdana" panose="020B0604030504040204" pitchFamily="34" charset="0"/>
              </a:rPr>
              <a:t>data-</a:t>
            </a:r>
            <a:r>
              <a:rPr lang="en-US" b="1" dirty="0" err="1">
                <a:latin typeface="Onest SemiBold" pitchFamily="2" charset="0"/>
                <a:ea typeface="Verdana" panose="020B0604030504040204" pitchFamily="34" charset="0"/>
              </a:rPr>
              <a:t>testid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0172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0054" y="2081352"/>
            <a:ext cx="9828212" cy="1212206"/>
          </a:xfrm>
        </p:spPr>
        <p:txBody>
          <a:bodyPr/>
          <a:lstStyle/>
          <a:p>
            <a:r>
              <a:rPr lang="ru-RU" dirty="0"/>
              <a:t>ЗАПУСК ТЕСТОВ </a:t>
            </a:r>
            <a:r>
              <a:rPr lang="en-US" dirty="0"/>
              <a:t>GITLAB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78AEA67-983F-EF12-474B-56B7102549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3074646"/>
            <a:ext cx="1318399" cy="131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703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951F267-BA31-D05A-3491-A15791171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638" y="1071145"/>
            <a:ext cx="9058724" cy="5310956"/>
          </a:xfrm>
          <a:prstGeom prst="rect">
            <a:avLst/>
          </a:prstGeom>
        </p:spPr>
      </p:pic>
      <p:sp>
        <p:nvSpPr>
          <p:cNvPr id="6" name="Заголовок 4"/>
          <p:cNvSpPr txBox="1">
            <a:spLocks/>
          </p:cNvSpPr>
          <p:nvPr/>
        </p:nvSpPr>
        <p:spPr>
          <a:xfrm>
            <a:off x="736600" y="394792"/>
            <a:ext cx="10713720" cy="8513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FF0000"/>
                </a:solidFill>
                <a:latin typeface="Onest SemiBold" panose="020B0604020202020204" charset="0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Ручной запуск на ветке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1344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C31A2B1-4B4E-AF05-AC67-15F3FA8AB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1322951"/>
            <a:ext cx="11013109" cy="4879224"/>
          </a:xfrm>
          <a:prstGeom prst="rect">
            <a:avLst/>
          </a:prstGeom>
        </p:spPr>
      </p:pic>
      <p:sp>
        <p:nvSpPr>
          <p:cNvPr id="4" name="Заголовок 4"/>
          <p:cNvSpPr txBox="1">
            <a:spLocks/>
          </p:cNvSpPr>
          <p:nvPr/>
        </p:nvSpPr>
        <p:spPr>
          <a:xfrm>
            <a:off x="736600" y="394792"/>
            <a:ext cx="10713720" cy="8513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FF0000"/>
                </a:solidFill>
                <a:latin typeface="Onest SemiBold" panose="020B0604020202020204" charset="0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Ручной запуск на ветке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8975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097DE6C-DCFB-BDE4-B0F9-A736C1858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638" y="1183531"/>
            <a:ext cx="9058724" cy="5107878"/>
          </a:xfrm>
          <a:prstGeom prst="rect">
            <a:avLst/>
          </a:prstGeom>
        </p:spPr>
      </p:pic>
      <p:sp>
        <p:nvSpPr>
          <p:cNvPr id="4" name="Заголовок 4"/>
          <p:cNvSpPr txBox="1">
            <a:spLocks/>
          </p:cNvSpPr>
          <p:nvPr/>
        </p:nvSpPr>
        <p:spPr>
          <a:xfrm>
            <a:off x="736600" y="394792"/>
            <a:ext cx="10713720" cy="8513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FF0000"/>
                </a:solidFill>
                <a:latin typeface="Onest SemiBold" panose="020B0604020202020204" charset="0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Автоматический ночной </a:t>
            </a:r>
            <a:r>
              <a:rPr lang="ru-RU" b="1" dirty="0" smtClean="0">
                <a:latin typeface="Onest SemiBold" pitchFamily="2" charset="0"/>
                <a:ea typeface="Verdana" panose="020B0604030504040204" pitchFamily="34" charset="0"/>
              </a:rPr>
              <a:t>запуск </a:t>
            </a:r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на мастере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9952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067C3A6-C734-24D2-00DA-5C7372EB3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88" y="1848407"/>
            <a:ext cx="10740784" cy="3686927"/>
          </a:xfrm>
          <a:prstGeom prst="rect">
            <a:avLst/>
          </a:prstGeom>
        </p:spPr>
      </p:pic>
      <p:sp>
        <p:nvSpPr>
          <p:cNvPr id="6" name="Заголовок 4"/>
          <p:cNvSpPr txBox="1">
            <a:spLocks/>
          </p:cNvSpPr>
          <p:nvPr/>
        </p:nvSpPr>
        <p:spPr>
          <a:xfrm>
            <a:off x="736600" y="394792"/>
            <a:ext cx="10713720" cy="8513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FF0000"/>
                </a:solidFill>
                <a:latin typeface="Onest SemiBold" panose="020B0604020202020204" charset="0"/>
                <a:ea typeface="+mj-ea"/>
                <a:cs typeface="+mj-cs"/>
              </a:defRPr>
            </a:lvl1pPr>
          </a:lstStyle>
          <a:p>
            <a:r>
              <a:rPr lang="ru-RU" b="1">
                <a:latin typeface="Onest SemiBold" pitchFamily="2" charset="0"/>
                <a:ea typeface="Verdana" panose="020B0604030504040204" pitchFamily="34" charset="0"/>
              </a:rPr>
              <a:t>Автоматический ночной </a:t>
            </a:r>
            <a:r>
              <a:rPr lang="ru-RU" b="1" smtClean="0">
                <a:latin typeface="Onest SemiBold" pitchFamily="2" charset="0"/>
                <a:ea typeface="Verdana" panose="020B0604030504040204" pitchFamily="34" charset="0"/>
              </a:rPr>
              <a:t>запуск </a:t>
            </a:r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на мастере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729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C1DC955-35E6-DA09-29EC-7F64C3C88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793" y="1103229"/>
            <a:ext cx="7326414" cy="5278169"/>
          </a:xfrm>
          <a:prstGeom prst="rect">
            <a:avLst/>
          </a:prstGeom>
        </p:spPr>
      </p:pic>
      <p:sp>
        <p:nvSpPr>
          <p:cNvPr id="4" name="Заголовок 4"/>
          <p:cNvSpPr txBox="1">
            <a:spLocks/>
          </p:cNvSpPr>
          <p:nvPr/>
        </p:nvSpPr>
        <p:spPr>
          <a:xfrm>
            <a:off x="736600" y="394792"/>
            <a:ext cx="10713720" cy="8513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FF0000"/>
                </a:solidFill>
                <a:latin typeface="Onest SemiBold" panose="020B0604020202020204" charset="0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Автоматический ночной запуск на мастере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6640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0054" y="2081352"/>
            <a:ext cx="9828212" cy="1212206"/>
          </a:xfrm>
        </p:spPr>
        <p:txBody>
          <a:bodyPr/>
          <a:lstStyle/>
          <a:p>
            <a:r>
              <a:rPr lang="ru-RU" dirty="0"/>
              <a:t>ОТЧЕТЫ В </a:t>
            </a:r>
            <a:r>
              <a:rPr lang="en-US" dirty="0" smtClean="0"/>
              <a:t>EXPRESS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3156974"/>
            <a:ext cx="1341349" cy="115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450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ECFEE35-C879-5B55-2083-A37BF9D87D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62" t="18661" b="9751"/>
          <a:stretch/>
        </p:blipFill>
        <p:spPr>
          <a:xfrm>
            <a:off x="839787" y="2271305"/>
            <a:ext cx="10786537" cy="2315390"/>
          </a:xfrm>
          <a:prstGeom prst="rect">
            <a:avLst/>
          </a:prstGeom>
        </p:spPr>
      </p:pic>
      <p:sp>
        <p:nvSpPr>
          <p:cNvPr id="4" name="Заголовок 4"/>
          <p:cNvSpPr txBox="1">
            <a:spLocks/>
          </p:cNvSpPr>
          <p:nvPr/>
        </p:nvSpPr>
        <p:spPr>
          <a:xfrm>
            <a:off x="736600" y="394792"/>
            <a:ext cx="10713720" cy="8513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FF0000"/>
                </a:solidFill>
                <a:latin typeface="Onest SemiBold" panose="020B0604020202020204" charset="0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Отчеты в </a:t>
            </a:r>
            <a:r>
              <a:rPr lang="en-US" b="1" dirty="0" err="1">
                <a:latin typeface="Onest SemiBold" pitchFamily="2" charset="0"/>
                <a:ea typeface="Verdana" panose="020B0604030504040204" pitchFamily="34" charset="0"/>
              </a:rPr>
              <a:t>eXpress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4343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5BB43AE-083B-8F5C-7157-B5BE47E0C8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68"/>
          <a:stretch/>
        </p:blipFill>
        <p:spPr>
          <a:xfrm>
            <a:off x="6096001" y="1411016"/>
            <a:ext cx="5663183" cy="438902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952B86D-72BB-25C2-DB50-13D3C10A020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5" r="2439" b="1"/>
          <a:stretch/>
        </p:blipFill>
        <p:spPr>
          <a:xfrm>
            <a:off x="839788" y="1411016"/>
            <a:ext cx="4902644" cy="4389023"/>
          </a:xfrm>
          <a:prstGeom prst="rect">
            <a:avLst/>
          </a:prstGeom>
        </p:spPr>
      </p:pic>
      <p:sp>
        <p:nvSpPr>
          <p:cNvPr id="6" name="Заголовок 4"/>
          <p:cNvSpPr txBox="1">
            <a:spLocks/>
          </p:cNvSpPr>
          <p:nvPr/>
        </p:nvSpPr>
        <p:spPr>
          <a:xfrm>
            <a:off x="736600" y="394793"/>
            <a:ext cx="10713720" cy="6457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FF0000"/>
                </a:solidFill>
                <a:latin typeface="Onest SemiBold" panose="020B0604020202020204" charset="0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Отчеты в </a:t>
            </a:r>
            <a:r>
              <a:rPr lang="en-US" b="1" dirty="0" err="1">
                <a:latin typeface="Onest SemiBold" pitchFamily="2" charset="0"/>
                <a:ea typeface="Verdana" panose="020B0604030504040204" pitchFamily="34" charset="0"/>
              </a:rPr>
              <a:t>eXpress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9121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/>
          <p:cNvSpPr>
            <a:spLocks noGrp="1"/>
          </p:cNvSpPr>
          <p:nvPr>
            <p:ph type="body" sz="quarter" idx="10"/>
          </p:nvPr>
        </p:nvSpPr>
        <p:spPr>
          <a:xfrm>
            <a:off x="734060" y="1853608"/>
            <a:ext cx="10293920" cy="3150785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buClr>
                <a:srgbClr val="F20C0C"/>
              </a:buClr>
              <a:buFont typeface="Wingdings" panose="05000000000000000000" pitchFamily="2" charset="2"/>
              <a:buChar char="§"/>
            </a:pP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Однозначно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, </a:t>
            </a:r>
            <a:r>
              <a:rPr lang="ru-RU" dirty="0" err="1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автоботы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 </a:t>
            </a:r>
            <a:r>
              <a:rPr lang="ru-RU" b="1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не только мечтают, но и сильно нуждаются 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в </a:t>
            </a:r>
            <a:r>
              <a:rPr lang="ru-RU" dirty="0" err="1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автотестах</a:t>
            </a:r>
            <a:endParaRPr lang="ru-RU" dirty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  <a:p>
            <a:pPr marL="285750" indent="-285750">
              <a:lnSpc>
                <a:spcPct val="100000"/>
              </a:lnSpc>
              <a:buClr>
                <a:srgbClr val="F20C0C"/>
              </a:buClr>
              <a:buFont typeface="Wingdings" panose="05000000000000000000" pitchFamily="2" charset="2"/>
              <a:buChar char="§"/>
            </a:pPr>
            <a:endParaRPr lang="ru-RU" dirty="0" smtClean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  <a:p>
            <a:pPr marL="285750" indent="-285750">
              <a:lnSpc>
                <a:spcPct val="100000"/>
              </a:lnSpc>
              <a:buClr>
                <a:srgbClr val="F20C0C"/>
              </a:buClr>
              <a:buFont typeface="Wingdings" panose="05000000000000000000" pitchFamily="2" charset="2"/>
              <a:buChar char="§"/>
            </a:pP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Нетиповой проект, в котором используется как </a:t>
            </a: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UI, так 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и API, на который получилось написать </a:t>
            </a:r>
            <a:r>
              <a:rPr lang="ru-RU" dirty="0" err="1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фреймворк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 и подключить команду, передать знания </a:t>
            </a:r>
            <a:r>
              <a:rPr lang="ru-RU" dirty="0" err="1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Manual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 QA</a:t>
            </a:r>
          </a:p>
          <a:p>
            <a:pPr marL="285750" indent="-285750">
              <a:lnSpc>
                <a:spcPct val="100000"/>
              </a:lnSpc>
              <a:buClr>
                <a:srgbClr val="F20C0C"/>
              </a:buClr>
              <a:buFont typeface="Wingdings" panose="05000000000000000000" pitchFamily="2" charset="2"/>
              <a:buChar char="§"/>
            </a:pPr>
            <a:endParaRPr lang="ru-RU" dirty="0" smtClean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  <a:p>
            <a:pPr marL="285750" indent="-285750">
              <a:lnSpc>
                <a:spcPct val="100000"/>
              </a:lnSpc>
              <a:buClr>
                <a:srgbClr val="F20C0C"/>
              </a:buClr>
              <a:buFont typeface="Wingdings" panose="05000000000000000000" pitchFamily="2" charset="2"/>
              <a:buChar char="§"/>
            </a:pP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Я 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показал на своем примере и реализованном проекте, </a:t>
            </a: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что 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не так уж и сложно было начать автоматизацию </a:t>
            </a: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в команде </a:t>
            </a: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без 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большого опыта работы с </a:t>
            </a:r>
            <a:r>
              <a:rPr lang="ru-RU" dirty="0" err="1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автотестами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.</a:t>
            </a:r>
            <a:b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</a:b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Определил состав работ на </a:t>
            </a:r>
            <a:r>
              <a:rPr lang="ru-RU" dirty="0" err="1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бекенд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 – подготовка </a:t>
            </a: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данных, на </a:t>
            </a:r>
            <a:r>
              <a:rPr lang="ru-RU" dirty="0" err="1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фронтенд</a:t>
            </a: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 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– добавление </a:t>
            </a: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локаторов, сами </a:t>
            </a:r>
            <a:r>
              <a:rPr lang="ru-RU" dirty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тесты, запуск и </a:t>
            </a:r>
            <a:r>
              <a:rPr lang="ru-RU" dirty="0" smtClean="0">
                <a:latin typeface="Wix Madefor Display" panose="020B0503020203020203" pitchFamily="34" charset="-52"/>
                <a:cs typeface="Wix Madefor Display" panose="020B0503020203020203" pitchFamily="34" charset="-52"/>
              </a:rPr>
              <a:t>отчетность</a:t>
            </a:r>
          </a:p>
          <a:p>
            <a:pPr marL="285750" indent="-285750">
              <a:lnSpc>
                <a:spcPct val="100000"/>
              </a:lnSpc>
              <a:buClr>
                <a:srgbClr val="F20C0C"/>
              </a:buClr>
              <a:buFont typeface="Wingdings" panose="05000000000000000000" pitchFamily="2" charset="2"/>
              <a:buChar char="§"/>
            </a:pPr>
            <a:endParaRPr lang="ru-RU" dirty="0" smtClean="0">
              <a:latin typeface="Wix Madefor Display" panose="020B0503020203020203" pitchFamily="34" charset="-52"/>
              <a:cs typeface="Wix Madefor Display" panose="020B0503020203020203" pitchFamily="34" charset="-52"/>
            </a:endParaRPr>
          </a:p>
        </p:txBody>
      </p:sp>
      <p:sp>
        <p:nvSpPr>
          <p:cNvPr id="4" name="Заголовок 4"/>
          <p:cNvSpPr txBox="1">
            <a:spLocks/>
          </p:cNvSpPr>
          <p:nvPr/>
        </p:nvSpPr>
        <p:spPr>
          <a:xfrm>
            <a:off x="736600" y="394792"/>
            <a:ext cx="10713720" cy="8513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FF0000"/>
                </a:solidFill>
                <a:latin typeface="Onest SemiBold" panose="020B0604020202020204" charset="0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Onest SemiBold" pitchFamily="2" charset="0"/>
                <a:ea typeface="Verdana" panose="020B0604030504040204" pitchFamily="34" charset="0"/>
              </a:rPr>
              <a:t>Выводы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7126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МЕЧТАЮТ ЛИ АВТОБОТЫ ОБ АВТОТЕСТАХ?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Игорь </a:t>
            </a:r>
            <a:r>
              <a:rPr lang="ru-RU" dirty="0" smtClean="0"/>
              <a:t>Сахно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4763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1392</TotalTime>
  <Words>561</Words>
  <Application>Microsoft Office PowerPoint</Application>
  <PresentationFormat>Широкоэкранный</PresentationFormat>
  <Paragraphs>97</Paragraphs>
  <Slides>48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55" baseType="lpstr">
      <vt:lpstr>Onest SemiBold</vt:lpstr>
      <vt:lpstr>Wix Madefor Display</vt:lpstr>
      <vt:lpstr>Verdana</vt:lpstr>
      <vt:lpstr>Arial</vt:lpstr>
      <vt:lpstr>Calibri</vt:lpstr>
      <vt:lpstr>Wingdings</vt:lpstr>
      <vt:lpstr>Тема Office</vt:lpstr>
      <vt:lpstr>МЕЧТАЮТ ЛИ АВТОБОТЫ ОБ АВТОТЕСТАХ?</vt:lpstr>
      <vt:lpstr>ЧатБот ДП МП «Korona»</vt:lpstr>
      <vt:lpstr>Кнопочное меню</vt:lpstr>
      <vt:lpstr>Кнопочное меню</vt:lpstr>
      <vt:lpstr>Кнопочное меню</vt:lpstr>
      <vt:lpstr>Распознавание текста</vt:lpstr>
      <vt:lpstr>АРМ «АВТОБОТ»</vt:lpstr>
      <vt:lpstr>Интерфейс АРМ «Автобот»</vt:lpstr>
      <vt:lpstr>Страница списков сценариев</vt:lpstr>
      <vt:lpstr>Страница создания дерева сценариев</vt:lpstr>
      <vt:lpstr>Презентация PowerPoint</vt:lpstr>
      <vt:lpstr>Презентация PowerPoint</vt:lpstr>
      <vt:lpstr>Теперь давайте поговорим о том,  как нам обеспечить качество для такого проекта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PAGEOBJECTMODEL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ALLURE REPORTS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ЛОКАТОРЫ DATA-TESTID</vt:lpstr>
      <vt:lpstr>Презентация PowerPoint</vt:lpstr>
      <vt:lpstr>Презентация PowerPoint</vt:lpstr>
      <vt:lpstr>Презентация PowerPoint</vt:lpstr>
      <vt:lpstr>ЗАПУСК ТЕСТОВ GITLAB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ОТЧЕТЫ В EXPRESS</vt:lpstr>
      <vt:lpstr>Презентация PowerPoint</vt:lpstr>
      <vt:lpstr>Презентация PowerPoint</vt:lpstr>
      <vt:lpstr>Презентация PowerPoint</vt:lpstr>
      <vt:lpstr>МЕЧТАЮТ ЛИ АВТОБОТЫ ОБ АВТОТЕСТАХ?</vt:lpstr>
    </vt:vector>
  </TitlesOfParts>
  <Company>Центр Финансовых Технологий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Пискунов Сергей Викторович</dc:creator>
  <cp:lastModifiedBy>Хацевич Анна Юрьевна</cp:lastModifiedBy>
  <cp:revision>127</cp:revision>
  <dcterms:created xsi:type="dcterms:W3CDTF">2025-02-28T05:46:00Z</dcterms:created>
  <dcterms:modified xsi:type="dcterms:W3CDTF">2025-12-16T09:49:39Z</dcterms:modified>
</cp:coreProperties>
</file>